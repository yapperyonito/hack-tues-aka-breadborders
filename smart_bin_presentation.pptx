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1" r:id="rId4"/>
    <p:sldId id="264" r:id="rId5"/>
    <p:sldId id="259" r:id="rId6"/>
    <p:sldId id="258" r:id="rId7"/>
    <p:sldId id="267" r:id="rId8"/>
    <p:sldId id="269" r:id="rId9"/>
    <p:sldId id="270" r:id="rId10"/>
    <p:sldId id="268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C6F3"/>
    <a:srgbClr val="68B6DF"/>
    <a:srgbClr val="CBEEFC"/>
    <a:srgbClr val="FFFFFF"/>
    <a:srgbClr val="0F55AB"/>
    <a:srgbClr val="96DCF8"/>
    <a:srgbClr val="4FB6F0"/>
    <a:srgbClr val="50A1E1"/>
    <a:srgbClr val="4FA0E0"/>
    <a:srgbClr val="1EA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D58F1-F9CA-61E9-0E5C-1AB276B8EC3E}" v="123" dt="2026-03-27T12:27:32.579"/>
    <p1510:client id="{0A42432B-C0D3-9667-E6EA-D605CBBFC12A}" v="121" dt="2026-03-27T10:24:21.134"/>
    <p1510:client id="{2368E6E0-9494-3013-77FB-DE004AA14021}" v="125" dt="2026-03-27T12:04:42.485"/>
    <p1510:client id="{23A15DAB-4DE4-BC6B-9127-0C8EEE247A2D}" v="346" dt="2026-03-27T17:30:34.953"/>
    <p1510:client id="{363D9BBF-0089-C5D1-B1C6-80999D89C053}" v="473" dt="2026-03-27T20:46:00.221"/>
    <p1510:client id="{389EBF71-0CA2-B1B3-B959-A789D6D42243}" v="1367" dt="2026-03-27T14:48:23.058"/>
    <p1510:client id="{3CF13AFD-B847-B8C2-A717-4C3F2A429A14}" v="7" dt="2026-03-27T12:30:50.852"/>
    <p1510:client id="{46DA1289-BD90-ADD5-91C7-CABA8F95E158}" v="803" dt="2026-03-27T10:00:13.159"/>
    <p1510:client id="{5145271D-0E46-7557-E0E6-068FD771A176}" v="824" dt="2026-03-27T22:15:04.157"/>
    <p1510:client id="{51C79F00-B3CE-4773-7D6D-AD5C05EFD19F}" v="49" dt="2026-03-27T15:56:52.910"/>
    <p1510:client id="{A03EDBFB-A01D-45AF-A8AB-909BB82AD3E5}" v="1818" dt="2026-03-27T11:31:39.587"/>
    <p1510:client id="{A60E5FAB-B96B-E3CE-FE67-46072026C192}" v="623" dt="2026-03-27T17:06:55.341"/>
    <p1510:client id="{C3D787F0-6914-EE0C-D359-0BA67BDAB0F1}" v="41" dt="2026-03-27T11:50:54"/>
    <p1510:client id="{C9B6388C-E117-53B7-9703-0B9ADE14CF45}" v="775" dt="2026-03-27T13:32:03.727"/>
    <p1510:client id="{D70F433A-7298-6C71-90B7-1E2D3C273877}" v="4" dt="2026-03-27T14:48:45.637"/>
    <p1510:client id="{E58FC261-C479-0C59-A87C-715970DBBD5B}" v="4046" dt="2026-03-28T00:34:17.599"/>
    <p1510:client id="{EE19621C-2AEB-0090-9976-8F163D474548}" v="81" dt="2026-03-27T11:35:08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C6CC-6BB5-2F66-686A-823CAACDA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49C7F-1730-3D78-5563-FC27A9091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B54C-2E56-59FE-44F0-F74A99C6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F89B8-9B39-9F3F-BD70-E7AC5334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2E057-4AEF-0259-1337-867192E2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89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7E86-ADFC-821F-CC0E-40E0DBBB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2EA5-93E3-19E0-5AAA-8FF1EE96E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7D575-5988-E975-06EA-8D0211F5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FFE1-4A52-D403-DAC6-EC653933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D9948-013C-3F5F-BF91-740A30CF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98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1165-771D-0C1E-BDF5-62AC6C1A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3B89-8F81-26BD-C6E1-A27087E8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BF90C-5C5E-4A56-A72C-2CD69028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A6D02-ED80-5629-38B8-50B4D713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39B7-89D9-2BAA-AE76-4E77F9C8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26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298B-6248-3E04-1ADB-33D129A6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6BE7-2884-FDA8-7DF2-B3A0EF19E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A8C72-1241-A30C-C4D4-69ED3598D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49193-FF12-DBF0-D12A-84E898CE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20DAA-1633-CFE2-EB5B-3DE03639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20489-9EFB-9887-566A-6C625B52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21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E130-70E4-EB2B-3753-8888F273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BBFD7-97B2-F007-1CFF-B79351288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0E834-0285-A8A3-77F6-E36469521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11B74-780A-25B5-C019-804B596F8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6B5EB-7CAC-9AE4-7443-8E557EA5A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14AA4-BA0A-E1CD-E429-04455B4E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0A2352-32EE-2FE5-5B9F-CED5F364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3B14FD-FB9A-ECCB-8C2B-38CEEFE0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31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E835-44EB-D232-A2C8-12DB1BE1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F528B-8D31-E50B-2B18-FBD5BD2F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AC9B8-C9E9-ADFF-3E05-4DA3A7CE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153C1-FF54-22AB-B399-C1A0E714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71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8CC0F-43D3-BABF-B81A-6AC474C03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DF744-73E6-1251-3B3E-B2BD5A97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AED14-E33D-C630-07F3-539DD30D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3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D1E8-F064-434B-2D82-BDF88C40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449C-4425-F857-8DAC-454A33D5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26563-9696-0642-7540-41F381E16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B119C-C1A3-B821-B4A1-A66C700D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4E8D9-FB7A-1157-85D2-89A21A53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3280-0852-BF18-4EE7-CD7299FB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5B23-6A8A-C60B-58A7-07B390FB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2DE2B-4CE5-DD32-9BB6-4A6E81DF6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9209E-A489-B18D-AF23-4783BE980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44897-20B4-98B5-02E3-C6AE2DCB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5E98F-A61E-D650-C017-E7DF96084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C01C8-7B29-46D5-4C1E-6BE98219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19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468A-8628-54C1-3548-7A6ACEC2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E5E60-3884-4705-7A1F-A72880BAD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6C38A-F622-471B-DE2D-C636CABC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3C68A-8EE9-62F6-EEC4-D4B647B2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0ECE2-BEC4-B6C1-2053-440D399C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47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E7A64-1952-8BB0-B825-1FD90AACC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FCC92-A6D8-B1DB-07B4-3441E9FB1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BF607-E592-343F-C244-E05DC125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419C-DEF2-CBD3-79B7-4ECCCBCC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AF7A8-AAE7-AE04-7EB2-9B721A0C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03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95000"/>
                <a:lumOff val="5000"/>
              </a:schemeClr>
            </a:gs>
            <a:gs pos="25000">
              <a:schemeClr val="bg2">
                <a:lumMod val="90000"/>
              </a:schemeClr>
            </a:gs>
            <a:gs pos="0">
              <a:schemeClr val="bg1"/>
            </a:gs>
            <a:gs pos="66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983D8-CC25-6DD7-1EDA-91CA101E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6319-A6FD-A882-A9BA-A08DFFEC0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5FE7-F1F1-076F-88B1-3E95C9EF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A24D2-DBA9-4398-A04E-C2335E497A0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B62C0-2535-51A9-14DE-E9B427F6F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63002-DD4C-5782-D58D-907A92E93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5CC8E-0493-4A5C-A2F7-80A7902F3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15E8E706-EA24-C72E-8898-0B51C283156D}"/>
              </a:ext>
            </a:extLst>
          </p:cNvPr>
          <p:cNvSpPr/>
          <p:nvPr/>
        </p:nvSpPr>
        <p:spPr>
          <a:xfrm>
            <a:off x="3657499" y="-3360618"/>
            <a:ext cx="9163964" cy="6729447"/>
          </a:xfrm>
          <a:prstGeom prst="hexagon">
            <a:avLst/>
          </a:prstGeom>
          <a:solidFill>
            <a:schemeClr val="bg1">
              <a:lumMod val="7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B49C5754-F12F-5947-90EC-2ECE3236B778}"/>
              </a:ext>
            </a:extLst>
          </p:cNvPr>
          <p:cNvSpPr/>
          <p:nvPr/>
        </p:nvSpPr>
        <p:spPr>
          <a:xfrm>
            <a:off x="3292050" y="-3726067"/>
            <a:ext cx="9995943" cy="7460344"/>
          </a:xfrm>
          <a:prstGeom prst="hexagon">
            <a:avLst/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DF4BE801-4902-4EA1-0D08-E7BB9128C910}"/>
              </a:ext>
            </a:extLst>
          </p:cNvPr>
          <p:cNvGrpSpPr/>
          <p:nvPr/>
        </p:nvGrpSpPr>
        <p:grpSpPr>
          <a:xfrm>
            <a:off x="11220261" y="5840137"/>
            <a:ext cx="2054940" cy="1581597"/>
            <a:chOff x="-993059" y="4741313"/>
            <a:chExt cx="2054940" cy="1581597"/>
          </a:xfrm>
        </p:grpSpPr>
        <p:sp>
          <p:nvSpPr>
            <p:cNvPr id="686" name="Hexagon 685">
              <a:extLst>
                <a:ext uri="{FF2B5EF4-FFF2-40B4-BE49-F238E27FC236}">
                  <a16:creationId xmlns:a16="http://schemas.microsoft.com/office/drawing/2014/main" id="{6D6DAC2D-D37E-956F-D16D-20308D1B15A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7" name="Hexagon 686">
              <a:extLst>
                <a:ext uri="{FF2B5EF4-FFF2-40B4-BE49-F238E27FC236}">
                  <a16:creationId xmlns:a16="http://schemas.microsoft.com/office/drawing/2014/main" id="{360A7CAD-7598-0D58-0CA9-622BE90DA664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84CDD7-9141-4A89-1E23-703F9D0FD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142" y="280491"/>
            <a:ext cx="7380232" cy="1933432"/>
          </a:xfrm>
          <a:noFill/>
        </p:spPr>
        <p:txBody>
          <a:bodyPr>
            <a:noAutofit/>
          </a:bodyPr>
          <a:lstStyle/>
          <a:p>
            <a:r>
              <a:rPr lang="en-US" sz="7200" b="1">
                <a:ln>
                  <a:solidFill>
                    <a:prstClr val="black"/>
                  </a:solidFill>
                </a:ln>
                <a:solidFill>
                  <a:srgbClr val="D8D8D8"/>
                </a:solidFill>
                <a:effectLst>
                  <a:glow rad="101600">
                    <a:prstClr val="black">
                      <a:alpha val="60000"/>
                    </a:prstClr>
                  </a:glow>
                </a:effectLst>
                <a:latin typeface="Segoe UI Black"/>
                <a:ea typeface="Segoe UI Black"/>
              </a:rPr>
              <a:t>Smart Bin 5700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85FE6-9537-9B5C-9D30-6A83354AA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0430" y="3849121"/>
            <a:ext cx="3325024" cy="2576136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bg-BG" b="1">
                <a:solidFill>
                  <a:schemeClr val="tx1">
                    <a:lumMod val="95000"/>
                    <a:lumOff val="5000"/>
                  </a:schemeClr>
                </a:solidFill>
              </a:rPr>
              <a:t>Презентация от breadboaders:</a:t>
            </a:r>
          </a:p>
          <a:p>
            <a:r>
              <a:rPr lang="bg-BG" b="1">
                <a:solidFill>
                  <a:schemeClr val="tx1">
                    <a:lumMod val="95000"/>
                    <a:lumOff val="5000"/>
                  </a:schemeClr>
                </a:solidFill>
              </a:rPr>
              <a:t>Виктория Сейменова</a:t>
            </a:r>
          </a:p>
          <a:p>
            <a:r>
              <a:rPr lang="bg-BG" b="1">
                <a:solidFill>
                  <a:schemeClr val="tx1">
                    <a:lumMod val="95000"/>
                    <a:lumOff val="5000"/>
                  </a:schemeClr>
                </a:solidFill>
              </a:rPr>
              <a:t>Виктория Иванова</a:t>
            </a:r>
          </a:p>
          <a:p>
            <a:r>
              <a:rPr lang="bg-BG" b="1">
                <a:solidFill>
                  <a:schemeClr val="tx1">
                    <a:lumMod val="95000"/>
                    <a:lumOff val="5000"/>
                  </a:schemeClr>
                </a:solidFill>
              </a:rPr>
              <a:t>Йоана Иванова</a:t>
            </a:r>
          </a:p>
          <a:p>
            <a:r>
              <a:rPr lang="bg-BG" b="1">
                <a:solidFill>
                  <a:schemeClr val="tx1">
                    <a:lumMod val="95000"/>
                    <a:lumOff val="5000"/>
                  </a:schemeClr>
                </a:solidFill>
              </a:rPr>
              <a:t>Росен Стойчев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BFFC2A2-8093-F8A3-3E1C-3E94D0F11427}"/>
              </a:ext>
            </a:extLst>
          </p:cNvPr>
          <p:cNvGrpSpPr/>
          <p:nvPr/>
        </p:nvGrpSpPr>
        <p:grpSpPr>
          <a:xfrm>
            <a:off x="0" y="4119313"/>
            <a:ext cx="3082412" cy="3232647"/>
            <a:chOff x="-993059" y="4741313"/>
            <a:chExt cx="3082412" cy="3232647"/>
          </a:xfrm>
        </p:grpSpPr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9C121567-11F9-0FD8-CDCD-9B9BFD6E002C}"/>
                </a:ext>
              </a:extLst>
            </p:cNvPr>
            <p:cNvSpPr/>
            <p:nvPr/>
          </p:nvSpPr>
          <p:spPr>
            <a:xfrm>
              <a:off x="17203" y="5881515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5243104A-2A6C-3A74-2861-734F55E373BD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E3A8A11C-2693-7C9B-BD7C-7C98E84C25F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FD629BF4-C284-AD50-378A-356CB0B2BBB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40B0EB23-B760-A9B3-C820-4F8E00292358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6DB1364B-6182-3064-275C-066F99B176A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91559946-8C13-F1FD-7812-84CAD9EF9F7C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6" name="Hexagon 85">
            <a:extLst>
              <a:ext uri="{FF2B5EF4-FFF2-40B4-BE49-F238E27FC236}">
                <a16:creationId xmlns:a16="http://schemas.microsoft.com/office/drawing/2014/main" id="{B7753BF2-78C3-DA76-6AD8-06DA0431DE88}"/>
              </a:ext>
            </a:extLst>
          </p:cNvPr>
          <p:cNvSpPr/>
          <p:nvPr/>
        </p:nvSpPr>
        <p:spPr>
          <a:xfrm>
            <a:off x="3047997" y="6430624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EBAF86F-6355-74D0-8D32-4476978262D4}"/>
              </a:ext>
            </a:extLst>
          </p:cNvPr>
          <p:cNvGrpSpPr/>
          <p:nvPr/>
        </p:nvGrpSpPr>
        <p:grpSpPr>
          <a:xfrm>
            <a:off x="3030793" y="3563799"/>
            <a:ext cx="3082412" cy="3232647"/>
            <a:chOff x="-993059" y="4741313"/>
            <a:chExt cx="3082412" cy="3232647"/>
          </a:xfrm>
        </p:grpSpPr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92C639C0-B0BD-D27E-36CC-F4E64B0FBACE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2" name="Hexagon 91">
              <a:extLst>
                <a:ext uri="{FF2B5EF4-FFF2-40B4-BE49-F238E27FC236}">
                  <a16:creationId xmlns:a16="http://schemas.microsoft.com/office/drawing/2014/main" id="{C1904C1F-26E7-C141-5769-2E4DF24745E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3" name="Hexagon 92">
              <a:extLst>
                <a:ext uri="{FF2B5EF4-FFF2-40B4-BE49-F238E27FC236}">
                  <a16:creationId xmlns:a16="http://schemas.microsoft.com/office/drawing/2014/main" id="{A761E994-6F90-DEDD-4455-B4FE0BDC225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36671FDF-0F07-43E5-A00F-4AD36B66AF0F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5" name="Hexagon 94">
              <a:extLst>
                <a:ext uri="{FF2B5EF4-FFF2-40B4-BE49-F238E27FC236}">
                  <a16:creationId xmlns:a16="http://schemas.microsoft.com/office/drawing/2014/main" id="{D2163315-A565-68D1-F165-25812F9DECD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6" name="Hexagon 95">
              <a:extLst>
                <a:ext uri="{FF2B5EF4-FFF2-40B4-BE49-F238E27FC236}">
                  <a16:creationId xmlns:a16="http://schemas.microsoft.com/office/drawing/2014/main" id="{A2E00F31-5730-B1EA-36FC-6BDA343434A8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7" name="Hexagon 96">
              <a:extLst>
                <a:ext uri="{FF2B5EF4-FFF2-40B4-BE49-F238E27FC236}">
                  <a16:creationId xmlns:a16="http://schemas.microsoft.com/office/drawing/2014/main" id="{FC5A6742-BF8E-B43D-FA46-84C638803FDC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00" name="Hexagon 99">
            <a:extLst>
              <a:ext uri="{FF2B5EF4-FFF2-40B4-BE49-F238E27FC236}">
                <a16:creationId xmlns:a16="http://schemas.microsoft.com/office/drawing/2014/main" id="{39B5EA35-2D11-96E4-23DE-AF4376D8F480}"/>
              </a:ext>
            </a:extLst>
          </p:cNvPr>
          <p:cNvSpPr/>
          <p:nvPr/>
        </p:nvSpPr>
        <p:spPr>
          <a:xfrm>
            <a:off x="-993060" y="5308263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2006616-2DE7-EF07-6A3E-A8A99EB40136}"/>
              </a:ext>
            </a:extLst>
          </p:cNvPr>
          <p:cNvGrpSpPr/>
          <p:nvPr/>
        </p:nvGrpSpPr>
        <p:grpSpPr>
          <a:xfrm>
            <a:off x="-1018869" y="1840237"/>
            <a:ext cx="2089355" cy="3232647"/>
            <a:chOff x="-2" y="4741313"/>
            <a:chExt cx="2089355" cy="3232647"/>
          </a:xfrm>
        </p:grpSpPr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D4593C1E-DB92-670F-29C5-E88483F08582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8" name="Hexagon 107">
              <a:extLst>
                <a:ext uri="{FF2B5EF4-FFF2-40B4-BE49-F238E27FC236}">
                  <a16:creationId xmlns:a16="http://schemas.microsoft.com/office/drawing/2014/main" id="{733E7945-12AD-FE47-E7AB-24F0645885E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9" name="Hexagon 108">
              <a:extLst>
                <a:ext uri="{FF2B5EF4-FFF2-40B4-BE49-F238E27FC236}">
                  <a16:creationId xmlns:a16="http://schemas.microsoft.com/office/drawing/2014/main" id="{DC1C9ABC-A1F3-314D-EF86-F3E3CC5BDDF8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0" name="Hexagon 109">
              <a:extLst>
                <a:ext uri="{FF2B5EF4-FFF2-40B4-BE49-F238E27FC236}">
                  <a16:creationId xmlns:a16="http://schemas.microsoft.com/office/drawing/2014/main" id="{48CBB361-B714-BE7A-56CC-0B71B06A9ED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07291FC7-8DD8-E83D-72DB-D84004DCC937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DB886F2-1FF7-E90B-49E5-BCA540E87983}"/>
              </a:ext>
            </a:extLst>
          </p:cNvPr>
          <p:cNvGrpSpPr/>
          <p:nvPr/>
        </p:nvGrpSpPr>
        <p:grpSpPr>
          <a:xfrm>
            <a:off x="1001659" y="1246280"/>
            <a:ext cx="3082412" cy="3232647"/>
            <a:chOff x="-993059" y="4741313"/>
            <a:chExt cx="3082412" cy="3232647"/>
          </a:xfrm>
        </p:grpSpPr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408509F8-5446-2607-D253-26B157DEF3C3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84120BD6-5306-C48D-09EA-8612AC2A20E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7" name="Hexagon 116">
              <a:extLst>
                <a:ext uri="{FF2B5EF4-FFF2-40B4-BE49-F238E27FC236}">
                  <a16:creationId xmlns:a16="http://schemas.microsoft.com/office/drawing/2014/main" id="{5A217C04-82D6-2EDF-2E38-6FC08D1CF3E3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8" name="Hexagon 117">
              <a:extLst>
                <a:ext uri="{FF2B5EF4-FFF2-40B4-BE49-F238E27FC236}">
                  <a16:creationId xmlns:a16="http://schemas.microsoft.com/office/drawing/2014/main" id="{5EEC9865-0258-C306-B275-FAEB164A95DB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2FE65D8D-8536-19CE-3FC0-5B8FA3F7BAB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996181D7-CBEB-9178-09DF-56A77620D0CB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F0BEE5AA-3F86-C910-8C1B-DF7A28DDCA85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B812C30-CAFE-9781-B17A-3DE8FA897A22}"/>
              </a:ext>
            </a:extLst>
          </p:cNvPr>
          <p:cNvGrpSpPr/>
          <p:nvPr/>
        </p:nvGrpSpPr>
        <p:grpSpPr>
          <a:xfrm>
            <a:off x="5087693" y="5842621"/>
            <a:ext cx="3082411" cy="1581597"/>
            <a:chOff x="-993059" y="4741313"/>
            <a:chExt cx="3082411" cy="1581597"/>
          </a:xfrm>
        </p:grpSpPr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D16FDCF4-684E-6B6C-6321-F3ADB96A88D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6A0CE3CD-9FD7-4333-65A8-D81430E0B49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7" name="Hexagon 126">
              <a:extLst>
                <a:ext uri="{FF2B5EF4-FFF2-40B4-BE49-F238E27FC236}">
                  <a16:creationId xmlns:a16="http://schemas.microsoft.com/office/drawing/2014/main" id="{187848E9-E57C-80D2-860A-F5AF13311F1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DD150D1-C9C1-221C-3FD7-E8A3723DF692}"/>
              </a:ext>
            </a:extLst>
          </p:cNvPr>
          <p:cNvGrpSpPr/>
          <p:nvPr/>
        </p:nvGrpSpPr>
        <p:grpSpPr>
          <a:xfrm>
            <a:off x="-1002488" y="-985979"/>
            <a:ext cx="3082412" cy="3232647"/>
            <a:chOff x="-993059" y="4741313"/>
            <a:chExt cx="3082412" cy="3232647"/>
          </a:xfrm>
        </p:grpSpPr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5B9933EA-F217-3282-648B-B07334A9B471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A834137A-868D-ADCE-C993-AA27EFD29672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3" name="Hexagon 132">
              <a:extLst>
                <a:ext uri="{FF2B5EF4-FFF2-40B4-BE49-F238E27FC236}">
                  <a16:creationId xmlns:a16="http://schemas.microsoft.com/office/drawing/2014/main" id="{A1991409-D893-42D7-F29B-156D5DADAEC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F02B8A4F-092E-2E64-D219-89C56641626D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5" name="Hexagon 134">
              <a:extLst>
                <a:ext uri="{FF2B5EF4-FFF2-40B4-BE49-F238E27FC236}">
                  <a16:creationId xmlns:a16="http://schemas.microsoft.com/office/drawing/2014/main" id="{65EB1926-82F5-3E2E-FAE1-A9326EC76B86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6" name="Hexagon 135">
              <a:extLst>
                <a:ext uri="{FF2B5EF4-FFF2-40B4-BE49-F238E27FC236}">
                  <a16:creationId xmlns:a16="http://schemas.microsoft.com/office/drawing/2014/main" id="{F719F00D-C8A3-BED0-2F66-4F4CB6850489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7" name="Hexagon 136">
              <a:extLst>
                <a:ext uri="{FF2B5EF4-FFF2-40B4-BE49-F238E27FC236}">
                  <a16:creationId xmlns:a16="http://schemas.microsoft.com/office/drawing/2014/main" id="{E493AB26-CB2B-7284-AE07-18491B4BD4E1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36" name="Title 1">
            <a:extLst>
              <a:ext uri="{FF2B5EF4-FFF2-40B4-BE49-F238E27FC236}">
                <a16:creationId xmlns:a16="http://schemas.microsoft.com/office/drawing/2014/main" id="{EB4DA959-DE4B-A6E1-78BD-9410C53E641B}"/>
              </a:ext>
            </a:extLst>
          </p:cNvPr>
          <p:cNvSpPr txBox="1">
            <a:spLocks/>
          </p:cNvSpPr>
          <p:nvPr/>
        </p:nvSpPr>
        <p:spPr>
          <a:xfrm>
            <a:off x="1120222" y="10481715"/>
            <a:ext cx="10084088" cy="2998302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9600" b="1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Какъв е нашият проект?</a:t>
            </a:r>
            <a:endParaRPr lang="en-US" sz="9600" b="1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Picture 3" descr="Cartoon of a beaver&#10;&#10;AI-generated content may be incorrect.">
            <a:extLst>
              <a:ext uri="{FF2B5EF4-FFF2-40B4-BE49-F238E27FC236}">
                <a16:creationId xmlns:a16="http://schemas.microsoft.com/office/drawing/2014/main" id="{FAD6F815-BAF9-9DE7-3ED3-34ABBB047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6782" y="2237267"/>
            <a:ext cx="4082441" cy="489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5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6FDCA-D6C9-961E-FF0D-FE20AFC9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xagon 19">
            <a:extLst>
              <a:ext uri="{FF2B5EF4-FFF2-40B4-BE49-F238E27FC236}">
                <a16:creationId xmlns:a16="http://schemas.microsoft.com/office/drawing/2014/main" id="{9357D909-24F8-4745-E08C-0340283E8479}"/>
              </a:ext>
            </a:extLst>
          </p:cNvPr>
          <p:cNvSpPr/>
          <p:nvPr/>
        </p:nvSpPr>
        <p:spPr>
          <a:xfrm>
            <a:off x="6096000" y="318198"/>
            <a:ext cx="5407793" cy="2333891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B60D2A-B06D-6D30-DEB6-5999C4536EDF}"/>
              </a:ext>
            </a:extLst>
          </p:cNvPr>
          <p:cNvGrpSpPr/>
          <p:nvPr/>
        </p:nvGrpSpPr>
        <p:grpSpPr>
          <a:xfrm>
            <a:off x="-647707" y="1601807"/>
            <a:ext cx="3082412" cy="2603293"/>
            <a:chOff x="-993059" y="5370667"/>
            <a:chExt cx="3082412" cy="2603293"/>
          </a:xfrm>
        </p:grpSpPr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764410EF-B263-8D4F-A822-63D8EE1FDBEB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6DA06EB0-9ABD-9B5F-F5D5-BF5F8A928294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F1751D7A-60A2-D096-6517-E9F1C5DFACA4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B7352EE8-4714-1CA5-1B7C-CF15B42480F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4296E681-9DF7-21FD-8971-F68B0A2C34D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17" name="Group 716">
            <a:extLst>
              <a:ext uri="{FF2B5EF4-FFF2-40B4-BE49-F238E27FC236}">
                <a16:creationId xmlns:a16="http://schemas.microsoft.com/office/drawing/2014/main" id="{2E021ED1-2B50-8F07-6471-018E4687A990}"/>
              </a:ext>
            </a:extLst>
          </p:cNvPr>
          <p:cNvGrpSpPr/>
          <p:nvPr/>
        </p:nvGrpSpPr>
        <p:grpSpPr>
          <a:xfrm>
            <a:off x="2406512" y="2647929"/>
            <a:ext cx="3035759" cy="2068203"/>
            <a:chOff x="-993059" y="5905757"/>
            <a:chExt cx="3035759" cy="2068203"/>
          </a:xfrm>
        </p:grpSpPr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9B5428D1-1910-BAB6-06C7-F7BBBCB45039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E766BA80-B161-15F7-DD5E-FA5587B8816A}"/>
                </a:ext>
              </a:extLst>
            </p:cNvPr>
            <p:cNvSpPr/>
            <p:nvPr/>
          </p:nvSpPr>
          <p:spPr>
            <a:xfrm>
              <a:off x="980817" y="6510931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5944ECB1-043E-A76B-03E3-06261C705DF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96C0B51A-0AC6-AEB5-DC19-7B022B97B040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4A4D69-09B8-5010-28F0-6BEEA912E46A}"/>
              </a:ext>
            </a:extLst>
          </p:cNvPr>
          <p:cNvGrpSpPr/>
          <p:nvPr/>
        </p:nvGrpSpPr>
        <p:grpSpPr>
          <a:xfrm>
            <a:off x="4382569" y="3796877"/>
            <a:ext cx="3082412" cy="3232647"/>
            <a:chOff x="-993059" y="4741313"/>
            <a:chExt cx="3082412" cy="3232647"/>
          </a:xfrm>
        </p:grpSpPr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2D2D18B9-85D3-938A-A7B5-DF99497D1B97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094140F5-7AF0-C2C9-D4F8-03AE07BF3FC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34F9575F-8D06-3FAD-BAC7-A2B7AB4EC272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D3D6330F-11E4-F0B9-A270-B0062E4E3E63}"/>
                </a:ext>
              </a:extLst>
            </p:cNvPr>
            <p:cNvSpPr/>
            <p:nvPr/>
          </p:nvSpPr>
          <p:spPr>
            <a:xfrm>
              <a:off x="15549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84CA5EF7-93C9-E04B-B1FA-3B5DF05CDD4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52DBB58B-E1A8-B823-0E54-53C147A8EA82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079DCAED-56A3-78E6-A9B4-B9F65D7F700C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" name="Hexagon 4">
            <a:extLst>
              <a:ext uri="{FF2B5EF4-FFF2-40B4-BE49-F238E27FC236}">
                <a16:creationId xmlns:a16="http://schemas.microsoft.com/office/drawing/2014/main" id="{AED91F53-9A93-BD40-7626-366725F1CE99}"/>
              </a:ext>
            </a:extLst>
          </p:cNvPr>
          <p:cNvSpPr/>
          <p:nvPr/>
        </p:nvSpPr>
        <p:spPr>
          <a:xfrm>
            <a:off x="-3942762" y="4027911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6057FF9-EA87-B30E-E686-E6011CBCA557}"/>
              </a:ext>
            </a:extLst>
          </p:cNvPr>
          <p:cNvSpPr/>
          <p:nvPr/>
        </p:nvSpPr>
        <p:spPr>
          <a:xfrm>
            <a:off x="-3485204" y="4393360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CEF022F2-4A7D-C466-E2A0-6D5B7ACC885D}"/>
              </a:ext>
            </a:extLst>
          </p:cNvPr>
          <p:cNvGrpSpPr/>
          <p:nvPr/>
        </p:nvGrpSpPr>
        <p:grpSpPr>
          <a:xfrm>
            <a:off x="11444601" y="567146"/>
            <a:ext cx="2105642" cy="3234111"/>
            <a:chOff x="636854" y="3609409"/>
            <a:chExt cx="2105642" cy="3234111"/>
          </a:xfrm>
        </p:grpSpPr>
        <p:sp>
          <p:nvSpPr>
            <p:cNvPr id="683" name="Hexagon 682">
              <a:extLst>
                <a:ext uri="{FF2B5EF4-FFF2-40B4-BE49-F238E27FC236}">
                  <a16:creationId xmlns:a16="http://schemas.microsoft.com/office/drawing/2014/main" id="{52E61C50-E48F-3FD9-2965-162576B99DC3}"/>
                </a:ext>
              </a:extLst>
            </p:cNvPr>
            <p:cNvSpPr/>
            <p:nvPr/>
          </p:nvSpPr>
          <p:spPr>
            <a:xfrm>
              <a:off x="728506" y="474182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4" name="Hexagon 683">
              <a:extLst>
                <a:ext uri="{FF2B5EF4-FFF2-40B4-BE49-F238E27FC236}">
                  <a16:creationId xmlns:a16="http://schemas.microsoft.com/office/drawing/2014/main" id="{281E522F-5B10-6672-A98F-22A44AE5EB13}"/>
                </a:ext>
              </a:extLst>
            </p:cNvPr>
            <p:cNvSpPr/>
            <p:nvPr/>
          </p:nvSpPr>
          <p:spPr>
            <a:xfrm>
              <a:off x="734392" y="3609409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5" name="Hexagon 684">
              <a:extLst>
                <a:ext uri="{FF2B5EF4-FFF2-40B4-BE49-F238E27FC236}">
                  <a16:creationId xmlns:a16="http://schemas.microsoft.com/office/drawing/2014/main" id="{B92DB80F-545E-80C2-8CA1-FF9EE5657294}"/>
                </a:ext>
              </a:extLst>
            </p:cNvPr>
            <p:cNvSpPr/>
            <p:nvPr/>
          </p:nvSpPr>
          <p:spPr>
            <a:xfrm>
              <a:off x="1680613" y="4142391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8" name="Hexagon 687">
              <a:extLst>
                <a:ext uri="{FF2B5EF4-FFF2-40B4-BE49-F238E27FC236}">
                  <a16:creationId xmlns:a16="http://schemas.microsoft.com/office/drawing/2014/main" id="{7466031D-04B0-8863-4C21-17F4F8F9E3B3}"/>
                </a:ext>
              </a:extLst>
            </p:cNvPr>
            <p:cNvSpPr/>
            <p:nvPr/>
          </p:nvSpPr>
          <p:spPr>
            <a:xfrm>
              <a:off x="1678128" y="531149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9" name="Hexagon 688">
              <a:extLst>
                <a:ext uri="{FF2B5EF4-FFF2-40B4-BE49-F238E27FC236}">
                  <a16:creationId xmlns:a16="http://schemas.microsoft.com/office/drawing/2014/main" id="{7609095F-3AD1-D079-8E24-D1FDBB09ABA2}"/>
                </a:ext>
              </a:extLst>
            </p:cNvPr>
            <p:cNvSpPr/>
            <p:nvPr/>
          </p:nvSpPr>
          <p:spPr>
            <a:xfrm>
              <a:off x="636854" y="589127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9" name="Group 698">
            <a:extLst>
              <a:ext uri="{FF2B5EF4-FFF2-40B4-BE49-F238E27FC236}">
                <a16:creationId xmlns:a16="http://schemas.microsoft.com/office/drawing/2014/main" id="{D82F2561-A153-B5E1-4047-76A6486EF421}"/>
              </a:ext>
            </a:extLst>
          </p:cNvPr>
          <p:cNvGrpSpPr/>
          <p:nvPr/>
        </p:nvGrpSpPr>
        <p:grpSpPr>
          <a:xfrm>
            <a:off x="7464064" y="3381186"/>
            <a:ext cx="3082412" cy="3232647"/>
            <a:chOff x="-993059" y="4741313"/>
            <a:chExt cx="3082412" cy="3232647"/>
          </a:xfrm>
        </p:grpSpPr>
        <p:sp>
          <p:nvSpPr>
            <p:cNvPr id="692" name="Hexagon 691">
              <a:extLst>
                <a:ext uri="{FF2B5EF4-FFF2-40B4-BE49-F238E27FC236}">
                  <a16:creationId xmlns:a16="http://schemas.microsoft.com/office/drawing/2014/main" id="{B3C81565-F693-0752-4AF0-8786F16BC89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3" name="Hexagon 692">
              <a:extLst>
                <a:ext uri="{FF2B5EF4-FFF2-40B4-BE49-F238E27FC236}">
                  <a16:creationId xmlns:a16="http://schemas.microsoft.com/office/drawing/2014/main" id="{39CD7583-B701-FDA8-E901-E4374C86E9A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4" name="Hexagon 693">
              <a:extLst>
                <a:ext uri="{FF2B5EF4-FFF2-40B4-BE49-F238E27FC236}">
                  <a16:creationId xmlns:a16="http://schemas.microsoft.com/office/drawing/2014/main" id="{96D702C0-85B0-E622-B4A9-1079EDD58D93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5" name="Hexagon 694">
              <a:extLst>
                <a:ext uri="{FF2B5EF4-FFF2-40B4-BE49-F238E27FC236}">
                  <a16:creationId xmlns:a16="http://schemas.microsoft.com/office/drawing/2014/main" id="{522B55BC-E1A9-9E7E-53F9-E71D0ABF12F1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6" name="Hexagon 695">
              <a:extLst>
                <a:ext uri="{FF2B5EF4-FFF2-40B4-BE49-F238E27FC236}">
                  <a16:creationId xmlns:a16="http://schemas.microsoft.com/office/drawing/2014/main" id="{4609E109-A9D9-4AA8-0B11-94D185ABC019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7" name="Hexagon 696">
              <a:extLst>
                <a:ext uri="{FF2B5EF4-FFF2-40B4-BE49-F238E27FC236}">
                  <a16:creationId xmlns:a16="http://schemas.microsoft.com/office/drawing/2014/main" id="{DD1AD364-718E-9988-16D2-22FED8FDF0E8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8" name="Hexagon 697">
              <a:extLst>
                <a:ext uri="{FF2B5EF4-FFF2-40B4-BE49-F238E27FC236}">
                  <a16:creationId xmlns:a16="http://schemas.microsoft.com/office/drawing/2014/main" id="{FE29223E-EE2D-41DA-A5C7-774EF5756137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D6DA2EDB-B12C-2EFF-F993-B59B362AF75A}"/>
              </a:ext>
            </a:extLst>
          </p:cNvPr>
          <p:cNvGrpSpPr/>
          <p:nvPr/>
        </p:nvGrpSpPr>
        <p:grpSpPr>
          <a:xfrm>
            <a:off x="10549745" y="3923678"/>
            <a:ext cx="2072148" cy="3232647"/>
            <a:chOff x="-993059" y="4741313"/>
            <a:chExt cx="2072148" cy="3232647"/>
          </a:xfrm>
        </p:grpSpPr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CA8FC610-0475-DA35-DE98-5C9AA50A3535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03F27982-06C8-2024-E9A1-5D64A1B62853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8093C1C8-F613-1DD0-0F5F-2D9E80710F3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78BC6FD5-B8B5-98A1-7C15-15D3244762EC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659E956B-0774-A177-19FC-1AF43252B4B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" name="Subtitle 7">
            <a:extLst>
              <a:ext uri="{FF2B5EF4-FFF2-40B4-BE49-F238E27FC236}">
                <a16:creationId xmlns:a16="http://schemas.microsoft.com/office/drawing/2014/main" id="{FCA9BF83-CF36-9154-6093-F49221244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877" y="4694739"/>
            <a:ext cx="4044004" cy="2167242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bg-BG" sz="9600" b="1">
                <a:solidFill>
                  <a:schemeClr val="bg1">
                    <a:lumMod val="76000"/>
                  </a:schemeClr>
                </a:solidFill>
                <a:latin typeface="Segoe UI Black"/>
                <a:ea typeface="Segoe UI Black"/>
              </a:rPr>
              <a:t>Проблемът и настоящите решения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4DF0C224-6524-0925-1541-DD149B0D324E}"/>
              </a:ext>
            </a:extLst>
          </p:cNvPr>
          <p:cNvSpPr/>
          <p:nvPr/>
        </p:nvSpPr>
        <p:spPr>
          <a:xfrm>
            <a:off x="7477407" y="633289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4902A319-213C-A141-3D8D-0804F46D11FD}"/>
              </a:ext>
            </a:extLst>
          </p:cNvPr>
          <p:cNvSpPr/>
          <p:nvPr/>
        </p:nvSpPr>
        <p:spPr>
          <a:xfrm>
            <a:off x="9579187" y="6332889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13D8C2-E51F-1189-73F9-EF64E85A4305}"/>
              </a:ext>
            </a:extLst>
          </p:cNvPr>
          <p:cNvSpPr txBox="1"/>
          <p:nvPr/>
        </p:nvSpPr>
        <p:spPr>
          <a:xfrm>
            <a:off x="6416103" y="470345"/>
            <a:ext cx="477435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В </a:t>
            </a:r>
            <a:r>
              <a:rPr lang="en-US" b="1" dirty="0" err="1"/>
              <a:t>последните</a:t>
            </a:r>
            <a:r>
              <a:rPr lang="en-US" b="1" dirty="0"/>
              <a:t> </a:t>
            </a:r>
            <a:r>
              <a:rPr lang="en-US" b="1" dirty="0" err="1"/>
              <a:t>няколко</a:t>
            </a:r>
            <a:r>
              <a:rPr lang="en-US" b="1" dirty="0"/>
              <a:t> </a:t>
            </a:r>
            <a:r>
              <a:rPr lang="en-US" b="1" dirty="0" err="1"/>
              <a:t>години</a:t>
            </a:r>
            <a:r>
              <a:rPr lang="en-US" b="1" dirty="0"/>
              <a:t> в </a:t>
            </a:r>
            <a:r>
              <a:rPr lang="en-US" b="1" dirty="0" err="1"/>
              <a:t>гра-довете</a:t>
            </a:r>
            <a:r>
              <a:rPr lang="en-US" b="1" dirty="0"/>
              <a:t> </a:t>
            </a:r>
            <a:r>
              <a:rPr lang="en-US" b="1" dirty="0" err="1"/>
              <a:t>има</a:t>
            </a:r>
            <a:r>
              <a:rPr lang="en-US" b="1" dirty="0"/>
              <a:t> </a:t>
            </a:r>
            <a:r>
              <a:rPr lang="en-US" b="1" dirty="0" err="1"/>
              <a:t>голям</a:t>
            </a:r>
            <a:r>
              <a:rPr lang="en-US" b="1" dirty="0"/>
              <a:t> </a:t>
            </a:r>
            <a:r>
              <a:rPr lang="en-US" b="1" dirty="0" err="1"/>
              <a:t>проблем</a:t>
            </a:r>
            <a:r>
              <a:rPr lang="en-US" b="1" dirty="0"/>
              <a:t> </a:t>
            </a:r>
            <a:r>
              <a:rPr lang="en-US" b="1" dirty="0" err="1"/>
              <a:t>със</a:t>
            </a:r>
            <a:r>
              <a:rPr lang="en-US" b="1" dirty="0"/>
              <a:t> </a:t>
            </a:r>
            <a:r>
              <a:rPr lang="en-US" b="1" dirty="0" err="1"/>
              <a:t>замърсяването</a:t>
            </a:r>
            <a:r>
              <a:rPr lang="en-US" b="1" dirty="0"/>
              <a:t> </a:t>
            </a:r>
            <a:r>
              <a:rPr lang="en-US" b="1" dirty="0" err="1"/>
              <a:t>особено</a:t>
            </a:r>
            <a:r>
              <a:rPr lang="en-US" b="1" dirty="0"/>
              <a:t> с </a:t>
            </a:r>
            <a:r>
              <a:rPr lang="en-US" b="1" dirty="0" err="1"/>
              <a:t>отпадъци</a:t>
            </a:r>
            <a:r>
              <a:rPr lang="en-US" b="1" dirty="0"/>
              <a:t> </a:t>
            </a:r>
            <a:r>
              <a:rPr lang="en-US" b="1" dirty="0" err="1"/>
              <a:t>хвърляни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 </a:t>
            </a:r>
            <a:r>
              <a:rPr lang="en-US" b="1" dirty="0" err="1"/>
              <a:t>земята</a:t>
            </a:r>
            <a:r>
              <a:rPr lang="en-US" b="1" dirty="0"/>
              <a:t>, а </a:t>
            </a:r>
            <a:r>
              <a:rPr lang="en-US" b="1" dirty="0" err="1"/>
              <a:t>не</a:t>
            </a:r>
            <a:r>
              <a:rPr lang="en-US" b="1" dirty="0"/>
              <a:t> в </a:t>
            </a:r>
            <a:r>
              <a:rPr lang="en-US" b="1" dirty="0" err="1"/>
              <a:t>кошчета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отпадъци</a:t>
            </a:r>
            <a:r>
              <a:rPr lang="en-US" b="1" dirty="0"/>
              <a:t>. </a:t>
            </a:r>
            <a:r>
              <a:rPr lang="en-US" b="1" dirty="0" err="1"/>
              <a:t>Ако</a:t>
            </a:r>
            <a:r>
              <a:rPr lang="en-US" b="1" dirty="0"/>
              <a:t> </a:t>
            </a:r>
            <a:r>
              <a:rPr lang="en-US" b="1" dirty="0" err="1"/>
              <a:t>го</a:t>
            </a:r>
            <a:r>
              <a:rPr lang="en-US" b="1" dirty="0"/>
              <a:t> </a:t>
            </a:r>
            <a:r>
              <a:rPr lang="en-US" b="1" dirty="0" err="1"/>
              <a:t>направим</a:t>
            </a:r>
            <a:r>
              <a:rPr lang="en-US" b="1" dirty="0"/>
              <a:t> </a:t>
            </a:r>
            <a:r>
              <a:rPr lang="en-US" b="1" dirty="0" err="1"/>
              <a:t>забавно</a:t>
            </a:r>
            <a:r>
              <a:rPr lang="en-US" b="1" dirty="0"/>
              <a:t>, </a:t>
            </a:r>
            <a:r>
              <a:rPr lang="en-US" b="1" dirty="0" err="1"/>
              <a:t>хората</a:t>
            </a:r>
            <a:r>
              <a:rPr lang="en-US" b="1" dirty="0"/>
              <a:t> </a:t>
            </a:r>
            <a:r>
              <a:rPr lang="en-US" b="1" dirty="0" err="1"/>
              <a:t>ще</a:t>
            </a:r>
            <a:r>
              <a:rPr lang="en-US" b="1" dirty="0"/>
              <a:t> </a:t>
            </a:r>
            <a:r>
              <a:rPr lang="en-US" b="1" dirty="0" err="1"/>
              <a:t>имат</a:t>
            </a:r>
            <a:r>
              <a:rPr lang="en-US" b="1" dirty="0"/>
              <a:t> </a:t>
            </a:r>
            <a:r>
              <a:rPr lang="en-US" b="1" dirty="0" err="1"/>
              <a:t>по-голям</a:t>
            </a:r>
            <a:r>
              <a:rPr lang="en-US" b="1" dirty="0"/>
              <a:t> </a:t>
            </a:r>
            <a:r>
              <a:rPr lang="en-US" b="1" dirty="0" err="1"/>
              <a:t>интерес</a:t>
            </a:r>
            <a:r>
              <a:rPr lang="en-US" b="1" dirty="0"/>
              <a:t> </a:t>
            </a:r>
            <a:r>
              <a:rPr lang="en-US" b="1" dirty="0" err="1"/>
              <a:t>към</a:t>
            </a:r>
            <a:r>
              <a:rPr lang="en-US" b="1" dirty="0"/>
              <a:t> </a:t>
            </a:r>
            <a:r>
              <a:rPr lang="en-US" b="1" dirty="0" err="1"/>
              <a:t>това</a:t>
            </a:r>
            <a:r>
              <a:rPr lang="en-US" b="1" dirty="0"/>
              <a:t>.</a:t>
            </a:r>
            <a:endParaRPr lang="en-US" b="1" dirty="0" err="1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F3D08C5D-E3FE-4256-AE4F-EA515823305D}"/>
              </a:ext>
            </a:extLst>
          </p:cNvPr>
          <p:cNvSpPr/>
          <p:nvPr/>
        </p:nvSpPr>
        <p:spPr>
          <a:xfrm>
            <a:off x="10517275" y="344156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4FBDF11A-457C-10EE-8C83-C0EAEAD53719}"/>
              </a:ext>
            </a:extLst>
          </p:cNvPr>
          <p:cNvSpPr/>
          <p:nvPr/>
        </p:nvSpPr>
        <p:spPr>
          <a:xfrm>
            <a:off x="6419154" y="318873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2E191324-DA8F-2AB6-A3D1-FC52AD07D1D6}"/>
              </a:ext>
            </a:extLst>
          </p:cNvPr>
          <p:cNvSpPr/>
          <p:nvPr/>
        </p:nvSpPr>
        <p:spPr>
          <a:xfrm>
            <a:off x="9474451" y="2905941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6DA8847-02AB-5324-E020-F98FC3DDCD81}"/>
              </a:ext>
            </a:extLst>
          </p:cNvPr>
          <p:cNvSpPr/>
          <p:nvPr/>
        </p:nvSpPr>
        <p:spPr>
          <a:xfrm>
            <a:off x="1073021" y="147137"/>
            <a:ext cx="3308405" cy="2333890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37412-30A5-83B5-B5FB-1DD84FC50A22}"/>
              </a:ext>
            </a:extLst>
          </p:cNvPr>
          <p:cNvSpPr txBox="1"/>
          <p:nvPr/>
        </p:nvSpPr>
        <p:spPr>
          <a:xfrm>
            <a:off x="1311651" y="575935"/>
            <a:ext cx="2836365" cy="1508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/>
              <a:t>Настоящи</a:t>
            </a:r>
            <a:r>
              <a:rPr lang="en-US" b="1" dirty="0"/>
              <a:t> </a:t>
            </a:r>
            <a:r>
              <a:rPr lang="en-US" b="1" dirty="0" err="1"/>
              <a:t>решения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 </a:t>
            </a:r>
            <a:r>
              <a:rPr lang="en-US" b="1" dirty="0" err="1"/>
              <a:t>този</a:t>
            </a:r>
            <a:r>
              <a:rPr lang="en-US" b="1" dirty="0"/>
              <a:t> </a:t>
            </a:r>
            <a:r>
              <a:rPr lang="en-US" b="1" dirty="0" err="1"/>
              <a:t>проблем</a:t>
            </a:r>
            <a:r>
              <a:rPr lang="en-US" b="1" dirty="0"/>
              <a:t> </a:t>
            </a:r>
            <a:r>
              <a:rPr lang="en-US" b="1" dirty="0" err="1"/>
              <a:t>са</a:t>
            </a:r>
            <a:r>
              <a:rPr lang="en-US" b="1" dirty="0"/>
              <a:t> </a:t>
            </a:r>
            <a:r>
              <a:rPr lang="en-US" b="1" dirty="0" err="1"/>
              <a:t>примерно</a:t>
            </a:r>
            <a:r>
              <a:rPr lang="en-US" b="1" dirty="0"/>
              <a:t> </a:t>
            </a:r>
            <a:r>
              <a:rPr lang="en-US" b="1" dirty="0" err="1"/>
              <a:t>депозитна</a:t>
            </a:r>
            <a:r>
              <a:rPr lang="en-US" b="1" dirty="0"/>
              <a:t> </a:t>
            </a:r>
            <a:r>
              <a:rPr lang="en-US" b="1" dirty="0" err="1"/>
              <a:t>система</a:t>
            </a:r>
            <a:r>
              <a:rPr lang="en-US" b="1" dirty="0"/>
              <a:t> и </a:t>
            </a:r>
            <a:r>
              <a:rPr lang="en-US" b="1" dirty="0" err="1"/>
              <a:t>интелигентна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инфраструктура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/>
          </a:p>
        </p:txBody>
      </p:sp>
      <p:pic>
        <p:nvPicPr>
          <p:cNvPr id="10" name="Picture 9" descr="Cartoon of a beaver holding a coffee cup&#10;&#10;AI-generated content may be incorrect.">
            <a:extLst>
              <a:ext uri="{FF2B5EF4-FFF2-40B4-BE49-F238E27FC236}">
                <a16:creationId xmlns:a16="http://schemas.microsoft.com/office/drawing/2014/main" id="{D2F41CAC-70E2-859B-8933-7CE1A9F3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728" y="3078729"/>
            <a:ext cx="4458874" cy="466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0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20611-BF1E-6760-20AB-5F28C3EE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Hexagon 78">
            <a:extLst>
              <a:ext uri="{FF2B5EF4-FFF2-40B4-BE49-F238E27FC236}">
                <a16:creationId xmlns:a16="http://schemas.microsoft.com/office/drawing/2014/main" id="{B134A6B4-5153-354A-1046-EEF076D9E3C4}"/>
              </a:ext>
            </a:extLst>
          </p:cNvPr>
          <p:cNvSpPr/>
          <p:nvPr/>
        </p:nvSpPr>
        <p:spPr>
          <a:xfrm>
            <a:off x="1638287" y="511069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520735-64D1-582D-94AD-E9B8F0D085F6}"/>
              </a:ext>
            </a:extLst>
          </p:cNvPr>
          <p:cNvGrpSpPr/>
          <p:nvPr/>
        </p:nvGrpSpPr>
        <p:grpSpPr>
          <a:xfrm>
            <a:off x="-433081" y="-1253935"/>
            <a:ext cx="3082412" cy="3232647"/>
            <a:chOff x="-993059" y="4741313"/>
            <a:chExt cx="3082412" cy="3232647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4FF1ECFD-DF0D-A19D-29CA-B034CCA3F708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945E70A6-D99B-35B0-BF22-458A9D7ADCBA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D060048E-AB58-0126-BFD1-088B0EAA75F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FB577ECE-B63A-173F-2AAF-11B9597143FB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B517A657-8182-C22B-4D08-1E030786FBA6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D862529A-4EBD-2EF4-8616-F86961423542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199C0A08-F14B-8825-4F21-65A44CF72082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AB6352-4384-0287-1D06-4A4583F40A76}"/>
              </a:ext>
            </a:extLst>
          </p:cNvPr>
          <p:cNvGrpSpPr/>
          <p:nvPr/>
        </p:nvGrpSpPr>
        <p:grpSpPr>
          <a:xfrm>
            <a:off x="630369" y="1634966"/>
            <a:ext cx="3082412" cy="3232647"/>
            <a:chOff x="-993059" y="4741313"/>
            <a:chExt cx="3082412" cy="3232647"/>
          </a:xfrm>
        </p:grpSpPr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FD734092-EC98-CB89-C91F-CA1798055E5C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B7A88EB1-F75F-AC01-60E0-A37DA37B48F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61F0D6D6-FE90-0195-311A-5AE53C6D6A5B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808ECA38-FECD-FAB2-311B-BBD19AC67D63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2E60EA6F-0301-4BA6-4C43-3583A4E1A452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BD0A54B9-E85B-A644-37C9-6320244619A8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A90222D7-1BCB-A3C9-4A88-5014E3B12B4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7EE5466-E71F-2B7E-A778-4E030F429150}"/>
              </a:ext>
            </a:extLst>
          </p:cNvPr>
          <p:cNvGrpSpPr/>
          <p:nvPr/>
        </p:nvGrpSpPr>
        <p:grpSpPr>
          <a:xfrm>
            <a:off x="-430597" y="1666996"/>
            <a:ext cx="1061884" cy="2121621"/>
            <a:chOff x="1027469" y="5326002"/>
            <a:chExt cx="1061884" cy="2121621"/>
          </a:xfrm>
        </p:grpSpPr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44318C88-5F0D-A1A5-0963-01A60F340845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EDB35E70-8F99-3376-A403-223FE10823B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A8DFF63-C1AE-C9CC-F1F9-F79018B557E7}"/>
              </a:ext>
            </a:extLst>
          </p:cNvPr>
          <p:cNvGrpSpPr/>
          <p:nvPr/>
        </p:nvGrpSpPr>
        <p:grpSpPr>
          <a:xfrm>
            <a:off x="-310882" y="3971208"/>
            <a:ext cx="2089355" cy="3232647"/>
            <a:chOff x="-2" y="4741313"/>
            <a:chExt cx="2089355" cy="3232647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945F622D-E5A9-CB2C-155B-994FB4AE040A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41BD1922-C052-C96D-CCD5-2F14F75E7C2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EA134FFA-0814-B246-D10E-B27B779B8BF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BC405DCE-781F-7A28-74B7-F173873324F4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25809C65-658A-AA4D-B2D7-8B18475ECB6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0E3C32-7A5D-A9D6-570C-692390412CBC}"/>
              </a:ext>
            </a:extLst>
          </p:cNvPr>
          <p:cNvGrpSpPr/>
          <p:nvPr/>
        </p:nvGrpSpPr>
        <p:grpSpPr>
          <a:xfrm>
            <a:off x="9171468" y="2109"/>
            <a:ext cx="3082412" cy="3232647"/>
            <a:chOff x="-993059" y="4741313"/>
            <a:chExt cx="3082412" cy="3232647"/>
          </a:xfrm>
        </p:grpSpPr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2B9A1ACA-A369-765B-0CDF-129F42D27281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55726394-6E95-8CF3-4951-CB8FC7A700F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960036C9-F115-A80C-B154-E2F90D490E77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D0AA6C0A-FCDA-19FB-845E-83AF40F07E6D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D6C25464-0725-BE75-224A-ECCA892C649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5BFA92EE-8A2C-9754-EB2C-530F8CF381E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0561C811-0C27-08FE-8C15-D01E03DA7D51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48512A8-E32E-11AA-12AA-423B71CCC3B9}"/>
              </a:ext>
            </a:extLst>
          </p:cNvPr>
          <p:cNvGrpSpPr/>
          <p:nvPr/>
        </p:nvGrpSpPr>
        <p:grpSpPr>
          <a:xfrm>
            <a:off x="8200128" y="2874263"/>
            <a:ext cx="3082412" cy="3232647"/>
            <a:chOff x="-993059" y="4741313"/>
            <a:chExt cx="3082412" cy="3232647"/>
          </a:xfrm>
        </p:grpSpPr>
        <p:sp>
          <p:nvSpPr>
            <p:cNvPr id="55" name="Hexagon 54">
              <a:extLst>
                <a:ext uri="{FF2B5EF4-FFF2-40B4-BE49-F238E27FC236}">
                  <a16:creationId xmlns:a16="http://schemas.microsoft.com/office/drawing/2014/main" id="{59936AE3-6C6B-E8D1-E906-932DAE67D584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93F19B48-5BBE-785B-E4B3-7022C3154D9A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AA4E295C-56FF-83C0-656A-64CFFB23248D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8F57C7C7-470C-03CF-ABF4-7B3765653D87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5A0E63A8-5C14-D118-6E76-7A0EA0E0881C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BED50562-35B1-FE6F-9837-28ECA6CB192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Hexagon 60">
              <a:extLst>
                <a:ext uri="{FF2B5EF4-FFF2-40B4-BE49-F238E27FC236}">
                  <a16:creationId xmlns:a16="http://schemas.microsoft.com/office/drawing/2014/main" id="{39A7BD7B-AD9E-6A05-8418-F88B2FA25BC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4002020-F693-6771-C5B4-594563369BA0}"/>
              </a:ext>
            </a:extLst>
          </p:cNvPr>
          <p:cNvGrpSpPr/>
          <p:nvPr/>
        </p:nvGrpSpPr>
        <p:grpSpPr>
          <a:xfrm>
            <a:off x="9263578" y="5746417"/>
            <a:ext cx="3082412" cy="3232647"/>
            <a:chOff x="-993059" y="4741313"/>
            <a:chExt cx="3082412" cy="3232647"/>
          </a:xfrm>
        </p:grpSpPr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7A6F76F2-64BD-8504-FEE6-85CC3B3ABB33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9C7E3D63-8B7A-A6BE-8CD0-E583877E202A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Hexagon 64">
              <a:extLst>
                <a:ext uri="{FF2B5EF4-FFF2-40B4-BE49-F238E27FC236}">
                  <a16:creationId xmlns:a16="http://schemas.microsoft.com/office/drawing/2014/main" id="{4C854739-57D5-3D2B-0506-E86D250853F4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BE0C3359-A38C-C0A6-03E8-399B1880CD36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649002CB-6268-2FCD-54E6-429E91D62E9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5582F9EA-C019-7E68-8A38-356BF88D417E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77B10010-84D6-4FB3-C715-759D94197123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9B9AA5B-C429-6CDE-5DF5-A199A70BCF7C}"/>
              </a:ext>
            </a:extLst>
          </p:cNvPr>
          <p:cNvGrpSpPr/>
          <p:nvPr/>
        </p:nvGrpSpPr>
        <p:grpSpPr>
          <a:xfrm>
            <a:off x="11281622" y="2984451"/>
            <a:ext cx="1061883" cy="2073754"/>
            <a:chOff x="-993059" y="5370667"/>
            <a:chExt cx="1061883" cy="2073754"/>
          </a:xfrm>
        </p:grpSpPr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EDBC1E99-D2F1-D3D2-4FA4-C0ABE9BD9171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F7573DE0-DBB6-6AE1-FFA1-41B18E794AF3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1" name="Hexagon 80">
            <a:extLst>
              <a:ext uri="{FF2B5EF4-FFF2-40B4-BE49-F238E27FC236}">
                <a16:creationId xmlns:a16="http://schemas.microsoft.com/office/drawing/2014/main" id="{27DCA0FB-0796-AC54-1CD2-11E66ECD4208}"/>
              </a:ext>
            </a:extLst>
          </p:cNvPr>
          <p:cNvSpPr/>
          <p:nvPr/>
        </p:nvSpPr>
        <p:spPr>
          <a:xfrm>
            <a:off x="11284704" y="5269788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Hexagon 82">
            <a:extLst>
              <a:ext uri="{FF2B5EF4-FFF2-40B4-BE49-F238E27FC236}">
                <a16:creationId xmlns:a16="http://schemas.microsoft.com/office/drawing/2014/main" id="{B0950E1E-49F4-3EF2-C73F-73BF999AE2A1}"/>
              </a:ext>
            </a:extLst>
          </p:cNvPr>
          <p:cNvSpPr/>
          <p:nvPr/>
        </p:nvSpPr>
        <p:spPr>
          <a:xfrm>
            <a:off x="11188244" y="-487482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E603F273-140A-9F13-14DC-E1BAF720C874}"/>
              </a:ext>
            </a:extLst>
          </p:cNvPr>
          <p:cNvSpPr/>
          <p:nvPr/>
        </p:nvSpPr>
        <p:spPr>
          <a:xfrm>
            <a:off x="1106535" y="-4211737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7820341-9C7F-788F-9347-17A5809AFDAF}"/>
              </a:ext>
            </a:extLst>
          </p:cNvPr>
          <p:cNvSpPr/>
          <p:nvPr/>
        </p:nvSpPr>
        <p:spPr>
          <a:xfrm>
            <a:off x="1639454" y="-3737431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Hexagon 41">
            <a:extLst>
              <a:ext uri="{FF2B5EF4-FFF2-40B4-BE49-F238E27FC236}">
                <a16:creationId xmlns:a16="http://schemas.microsoft.com/office/drawing/2014/main" id="{30E27C0F-C980-264B-FF6A-D544EFD121AD}"/>
              </a:ext>
            </a:extLst>
          </p:cNvPr>
          <p:cNvSpPr/>
          <p:nvPr/>
        </p:nvSpPr>
        <p:spPr>
          <a:xfrm>
            <a:off x="1089788" y="3307780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Hexagon 42">
            <a:extLst>
              <a:ext uri="{FF2B5EF4-FFF2-40B4-BE49-F238E27FC236}">
                <a16:creationId xmlns:a16="http://schemas.microsoft.com/office/drawing/2014/main" id="{491606A2-CFD4-B51C-67B5-270F276CF049}"/>
              </a:ext>
            </a:extLst>
          </p:cNvPr>
          <p:cNvSpPr/>
          <p:nvPr/>
        </p:nvSpPr>
        <p:spPr>
          <a:xfrm>
            <a:off x="1522223" y="3673229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Hexagon 86">
            <a:extLst>
              <a:ext uri="{FF2B5EF4-FFF2-40B4-BE49-F238E27FC236}">
                <a16:creationId xmlns:a16="http://schemas.microsoft.com/office/drawing/2014/main" id="{BB84CBE8-A4D6-A019-80D4-4DA2148D594D}"/>
              </a:ext>
            </a:extLst>
          </p:cNvPr>
          <p:cNvSpPr/>
          <p:nvPr/>
        </p:nvSpPr>
        <p:spPr>
          <a:xfrm>
            <a:off x="2651495" y="-72585"/>
            <a:ext cx="6839684" cy="3405715"/>
          </a:xfrm>
          <a:prstGeom prst="hexagon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b="1" err="1">
                <a:ln>
                  <a:solidFill>
                    <a:prstClr val="black"/>
                  </a:solidFill>
                </a:ln>
                <a:solidFill>
                  <a:schemeClr val="bg1"/>
                </a:solidFill>
              </a:rPr>
              <a:t>Целта</a:t>
            </a:r>
            <a:r>
              <a:rPr lang="en-US" sz="7200" b="1">
                <a:ln>
                  <a:solidFill>
                    <a:prstClr val="black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7200" b="1" err="1">
                <a:ln>
                  <a:solidFill>
                    <a:prstClr val="black"/>
                  </a:solidFill>
                </a:ln>
                <a:solidFill>
                  <a:schemeClr val="bg1"/>
                </a:solidFill>
              </a:rPr>
              <a:t>на</a:t>
            </a:r>
            <a:r>
              <a:rPr lang="en-US" sz="7200" b="1">
                <a:ln>
                  <a:solidFill>
                    <a:prstClr val="black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7200" b="1" err="1">
                <a:ln>
                  <a:solidFill>
                    <a:prstClr val="black"/>
                  </a:solidFill>
                </a:ln>
                <a:solidFill>
                  <a:schemeClr val="bg1"/>
                </a:solidFill>
              </a:rPr>
              <a:t>проекта</a:t>
            </a:r>
            <a:endParaRPr lang="en-US" sz="7200" b="1">
              <a:ln>
                <a:solidFill>
                  <a:prstClr val="black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228A7-393F-5D1C-A331-0E226F27F18C}"/>
              </a:ext>
            </a:extLst>
          </p:cNvPr>
          <p:cNvSpPr txBox="1"/>
          <p:nvPr/>
        </p:nvSpPr>
        <p:spPr>
          <a:xfrm>
            <a:off x="2791220" y="4035938"/>
            <a:ext cx="655836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Целта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на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нашия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проект</a:t>
            </a:r>
            <a:r>
              <a:rPr lang="en-US" sz="3200" b="1" dirty="0">
                <a:solidFill>
                  <a:schemeClr val="bg1"/>
                </a:solidFill>
              </a:rPr>
              <a:t> е </a:t>
            </a:r>
            <a:r>
              <a:rPr lang="en-US" sz="3200" b="1" dirty="0" err="1">
                <a:solidFill>
                  <a:schemeClr val="bg1"/>
                </a:solidFill>
              </a:rPr>
              <a:t>да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мотивира</a:t>
            </a:r>
            <a:r>
              <a:rPr lang="en-US" sz="3200" b="1" dirty="0">
                <a:solidFill>
                  <a:schemeClr val="bg1"/>
                </a:solidFill>
              </a:rPr>
              <a:t> </a:t>
            </a:r>
            <a:r>
              <a:rPr lang="en-US" sz="3200" b="1" dirty="0" err="1">
                <a:solidFill>
                  <a:schemeClr val="bg1"/>
                </a:solidFill>
              </a:rPr>
              <a:t>хората</a:t>
            </a:r>
            <a:r>
              <a:rPr lang="en-US" sz="3200" b="1" dirty="0">
                <a:solidFill>
                  <a:schemeClr val="bg1"/>
                </a:solidFill>
              </a:rPr>
              <a:t> </a:t>
            </a:r>
            <a:r>
              <a:rPr lang="en-US" sz="3200" b="1" dirty="0" err="1">
                <a:solidFill>
                  <a:schemeClr val="bg1"/>
                </a:solidFill>
              </a:rPr>
              <a:t>да</a:t>
            </a:r>
            <a:r>
              <a:rPr lang="en-US" sz="3200" b="1" dirty="0">
                <a:solidFill>
                  <a:schemeClr val="bg1"/>
                </a:solidFill>
              </a:rPr>
              <a:t> </a:t>
            </a:r>
            <a:endParaRPr lang="en-US"/>
          </a:p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си</a:t>
            </a:r>
            <a:r>
              <a:rPr lang="en-US" sz="3200" b="1" dirty="0">
                <a:solidFill>
                  <a:schemeClr val="bg1"/>
                </a:solidFill>
              </a:rPr>
              <a:t> </a:t>
            </a:r>
            <a:r>
              <a:rPr lang="en-US" sz="3200" b="1" dirty="0" err="1">
                <a:solidFill>
                  <a:schemeClr val="bg1"/>
                </a:solidFill>
              </a:rPr>
              <a:t>изхвърлят</a:t>
            </a:r>
            <a:r>
              <a:rPr lang="en-US" sz="3200" b="1" dirty="0">
                <a:solidFill>
                  <a:schemeClr val="bg1"/>
                </a:solidFill>
              </a:rPr>
              <a:t> </a:t>
            </a:r>
            <a:r>
              <a:rPr lang="en-US" sz="3200" b="1" dirty="0" err="1">
                <a:solidFill>
                  <a:schemeClr val="bg1"/>
                </a:solidFill>
              </a:rPr>
              <a:t>отпадъците</a:t>
            </a:r>
            <a:r>
              <a:rPr lang="en-US" sz="3200" b="1" dirty="0">
                <a:solidFill>
                  <a:schemeClr val="bg1"/>
                </a:solidFill>
              </a:rPr>
              <a:t> в </a:t>
            </a:r>
            <a:r>
              <a:rPr lang="en-US" sz="3200" b="1" dirty="0" err="1">
                <a:solidFill>
                  <a:schemeClr val="bg1"/>
                </a:solidFill>
              </a:rPr>
              <a:t>предназначените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места</a:t>
            </a:r>
            <a:r>
              <a:rPr lang="en-US" sz="3200" b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 descr="A cartoon of a beaver holding a green dollar bill&#10;&#10;AI-generated content may be incorrect.">
            <a:extLst>
              <a:ext uri="{FF2B5EF4-FFF2-40B4-BE49-F238E27FC236}">
                <a16:creationId xmlns:a16="http://schemas.microsoft.com/office/drawing/2014/main" id="{5AE1EDA5-16B4-5B1F-9EAF-8E2A96D0F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013" y="1007890"/>
            <a:ext cx="4625235" cy="4602140"/>
          </a:xfrm>
          <a:prstGeom prst="rect">
            <a:avLst/>
          </a:prstGeom>
        </p:spPr>
      </p:pic>
      <p:pic>
        <p:nvPicPr>
          <p:cNvPr id="15" name="Picture 14" descr="A cartoon&#10;&#10;AI-generated content may be incorrect.">
            <a:extLst>
              <a:ext uri="{FF2B5EF4-FFF2-40B4-BE49-F238E27FC236}">
                <a16:creationId xmlns:a16="http://schemas.microsoft.com/office/drawing/2014/main" id="{13072159-893A-167F-C4AC-1E761FAA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7305" y="363582"/>
            <a:ext cx="2685789" cy="541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58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09BC-DBB5-CEFC-EA1B-E750C80E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67C3F-F92F-D0FC-0B29-D990DE886297}"/>
              </a:ext>
            </a:extLst>
          </p:cNvPr>
          <p:cNvGrpSpPr/>
          <p:nvPr/>
        </p:nvGrpSpPr>
        <p:grpSpPr>
          <a:xfrm>
            <a:off x="246476" y="-646735"/>
            <a:ext cx="3082412" cy="2068203"/>
            <a:chOff x="-993059" y="5905757"/>
            <a:chExt cx="3082412" cy="2068203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68844029-BEC8-860F-98B0-B835F26E039E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D494D659-8088-F08C-5A24-42BAA1E334CE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C36AC101-843C-468B-BD4C-3B2EBFAE4D0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06CC6046-7B46-F9E7-08EF-054686BD9673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D6B418-50F5-5B42-DA1F-595483C1AAE4}"/>
              </a:ext>
            </a:extLst>
          </p:cNvPr>
          <p:cNvGrpSpPr/>
          <p:nvPr/>
        </p:nvGrpSpPr>
        <p:grpSpPr>
          <a:xfrm>
            <a:off x="-857646" y="1042433"/>
            <a:ext cx="3082412" cy="3232647"/>
            <a:chOff x="-993059" y="4741313"/>
            <a:chExt cx="3082412" cy="3232647"/>
          </a:xfrm>
        </p:grpSpPr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3549F973-739C-DA48-EDC9-19F93CFF690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66780927-79E5-6E01-DF99-1DE9F436E583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A4663E81-C812-FBD0-C8F9-DE9E135600DD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AAB46C28-E291-176C-335F-DA04BA3ACF13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7241BA0F-111E-B849-DCFC-46B3A1750E06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AD26FFF0-9B14-8BC8-95BD-D3B40F86A22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6F9860A4-B6F3-602F-6343-5BDAE11BBE8B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B9812C-4906-31FD-7001-495ADFAB253C}"/>
              </a:ext>
            </a:extLst>
          </p:cNvPr>
          <p:cNvGrpSpPr/>
          <p:nvPr/>
        </p:nvGrpSpPr>
        <p:grpSpPr>
          <a:xfrm>
            <a:off x="145395" y="3888270"/>
            <a:ext cx="3082412" cy="3232647"/>
            <a:chOff x="-993059" y="4741313"/>
            <a:chExt cx="3082412" cy="3232647"/>
          </a:xfrm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6C8ADCE8-7539-9B58-7447-0ABE49C2FF07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AACBFA8D-6E84-DB83-0225-0C99780C62E8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E9D51474-0001-6B41-1561-091DBE98A462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3A96C970-B357-44CD-7FEA-6D5997C24BD7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EBC35A5A-199E-DFC2-1CC9-CD61F8102353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9C8AC131-2853-6788-CF45-62ACC91D5924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8495B201-9741-7A58-9241-75A47C5E9D66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27758ED-F388-F265-B17E-A26162CD6FDB}"/>
              </a:ext>
            </a:extLst>
          </p:cNvPr>
          <p:cNvGrpSpPr/>
          <p:nvPr/>
        </p:nvGrpSpPr>
        <p:grpSpPr>
          <a:xfrm>
            <a:off x="-812098" y="3897571"/>
            <a:ext cx="1061884" cy="2121621"/>
            <a:chOff x="1027469" y="5326002"/>
            <a:chExt cx="1061884" cy="2121621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D734F2E3-6A0C-E3FB-F6D6-F0DF8327664B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05C1E4DA-8ECA-92B3-4258-A0ED74280655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8FC1440-7707-6E33-E82C-02A791D4B920}"/>
              </a:ext>
            </a:extLst>
          </p:cNvPr>
          <p:cNvGrpSpPr/>
          <p:nvPr/>
        </p:nvGrpSpPr>
        <p:grpSpPr>
          <a:xfrm>
            <a:off x="-812098" y="-643327"/>
            <a:ext cx="1061884" cy="2121621"/>
            <a:chOff x="1027469" y="5326002"/>
            <a:chExt cx="1061884" cy="2121621"/>
          </a:xfrm>
        </p:grpSpPr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B136D347-6DA1-F2BB-B3E8-E10E6E09E87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EC5B87FB-AA4D-9E45-53CB-6D23F76A472C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53" name="Hexagon 852">
            <a:extLst>
              <a:ext uri="{FF2B5EF4-FFF2-40B4-BE49-F238E27FC236}">
                <a16:creationId xmlns:a16="http://schemas.microsoft.com/office/drawing/2014/main" id="{140293EE-9B8C-9195-6BBD-A99A3411F01B}"/>
              </a:ext>
            </a:extLst>
          </p:cNvPr>
          <p:cNvSpPr/>
          <p:nvPr/>
        </p:nvSpPr>
        <p:spPr>
          <a:xfrm>
            <a:off x="2156142" y="2238127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5" name="Hexagon 854">
            <a:extLst>
              <a:ext uri="{FF2B5EF4-FFF2-40B4-BE49-F238E27FC236}">
                <a16:creationId xmlns:a16="http://schemas.microsoft.com/office/drawing/2014/main" id="{336F2591-5BDF-55AA-F87D-526187143BAF}"/>
              </a:ext>
            </a:extLst>
          </p:cNvPr>
          <p:cNvSpPr/>
          <p:nvPr/>
        </p:nvSpPr>
        <p:spPr>
          <a:xfrm>
            <a:off x="2153816" y="3321518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3" name="Hexagon 842">
            <a:extLst>
              <a:ext uri="{FF2B5EF4-FFF2-40B4-BE49-F238E27FC236}">
                <a16:creationId xmlns:a16="http://schemas.microsoft.com/office/drawing/2014/main" id="{B6813E8B-B418-CF3E-3E51-74BD37A4434B}"/>
              </a:ext>
            </a:extLst>
          </p:cNvPr>
          <p:cNvSpPr/>
          <p:nvPr/>
        </p:nvSpPr>
        <p:spPr>
          <a:xfrm>
            <a:off x="2156141" y="1054411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Hexagon 53">
            <a:extLst>
              <a:ext uri="{FF2B5EF4-FFF2-40B4-BE49-F238E27FC236}">
                <a16:creationId xmlns:a16="http://schemas.microsoft.com/office/drawing/2014/main" id="{19921E6F-2536-8D08-1F82-476D700837B8}"/>
              </a:ext>
            </a:extLst>
          </p:cNvPr>
          <p:cNvSpPr/>
          <p:nvPr/>
        </p:nvSpPr>
        <p:spPr>
          <a:xfrm>
            <a:off x="3214513" y="6189821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5C8C82-7A55-EB6D-6657-EAF7FEA35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041" y="3570936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859" name="Hexagon 858">
            <a:extLst>
              <a:ext uri="{FF2B5EF4-FFF2-40B4-BE49-F238E27FC236}">
                <a16:creationId xmlns:a16="http://schemas.microsoft.com/office/drawing/2014/main" id="{CDDF3346-E5B3-23B4-DA20-3799CA07FCA7}"/>
              </a:ext>
            </a:extLst>
          </p:cNvPr>
          <p:cNvSpPr/>
          <p:nvPr/>
        </p:nvSpPr>
        <p:spPr>
          <a:xfrm>
            <a:off x="1428919" y="-23133"/>
            <a:ext cx="8619679" cy="6908283"/>
          </a:xfrm>
          <a:prstGeom prst="hexagon">
            <a:avLst/>
          </a:prstGeom>
          <a:solidFill>
            <a:schemeClr val="bg1">
              <a:lumMod val="65000"/>
            </a:schemeClr>
          </a:solidFill>
          <a:ln w="57150">
            <a:solidFill>
              <a:schemeClr val="bg1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D277691-A8DA-EBCB-CDB5-C63DA9CB9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4608"/>
            <a:ext cx="9144000" cy="2387600"/>
          </a:xfrm>
        </p:spPr>
        <p:txBody>
          <a:bodyPr/>
          <a:lstStyle/>
          <a:p>
            <a:endParaRPr lang="en-US"/>
          </a:p>
        </p:txBody>
      </p:sp>
      <p:grpSp>
        <p:nvGrpSpPr>
          <p:cNvPr id="881" name="Group 880">
            <a:extLst>
              <a:ext uri="{FF2B5EF4-FFF2-40B4-BE49-F238E27FC236}">
                <a16:creationId xmlns:a16="http://schemas.microsoft.com/office/drawing/2014/main" id="{0572FD4C-8355-8B64-840C-6979ECB0D411}"/>
              </a:ext>
            </a:extLst>
          </p:cNvPr>
          <p:cNvGrpSpPr/>
          <p:nvPr/>
        </p:nvGrpSpPr>
        <p:grpSpPr>
          <a:xfrm>
            <a:off x="1971562" y="-3341216"/>
            <a:ext cx="13852583" cy="13401991"/>
            <a:chOff x="-993059" y="5905757"/>
            <a:chExt cx="1963062" cy="2045653"/>
          </a:xfrm>
        </p:grpSpPr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8EB6B655-9DD8-DEDF-DA7A-4C8FAB43C1FC}"/>
                </a:ext>
              </a:extLst>
            </p:cNvPr>
            <p:cNvSpPr/>
            <p:nvPr/>
          </p:nvSpPr>
          <p:spPr>
            <a:xfrm>
              <a:off x="-92558" y="5905757"/>
              <a:ext cx="1061883" cy="1032948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F2154C2B-4A5D-ED44-033C-231636A4009F}"/>
                </a:ext>
              </a:extLst>
            </p:cNvPr>
            <p:cNvSpPr/>
            <p:nvPr/>
          </p:nvSpPr>
          <p:spPr>
            <a:xfrm>
              <a:off x="-89676" y="6939825"/>
              <a:ext cx="1059679" cy="1011585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3C9CCF85-6DA4-C9DA-364A-92CA9D970EA8}"/>
                </a:ext>
              </a:extLst>
            </p:cNvPr>
            <p:cNvSpPr/>
            <p:nvPr/>
          </p:nvSpPr>
          <p:spPr>
            <a:xfrm>
              <a:off x="-993059" y="6451826"/>
              <a:ext cx="1061883" cy="952243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1" name="Hexagon 60">
            <a:extLst>
              <a:ext uri="{FF2B5EF4-FFF2-40B4-BE49-F238E27FC236}">
                <a16:creationId xmlns:a16="http://schemas.microsoft.com/office/drawing/2014/main" id="{A162AD44-76A6-96ED-CDB8-04973D04A36D}"/>
              </a:ext>
            </a:extLst>
          </p:cNvPr>
          <p:cNvSpPr/>
          <p:nvPr/>
        </p:nvSpPr>
        <p:spPr>
          <a:xfrm>
            <a:off x="-4863861" y="10182526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Hexagon 62">
            <a:extLst>
              <a:ext uri="{FF2B5EF4-FFF2-40B4-BE49-F238E27FC236}">
                <a16:creationId xmlns:a16="http://schemas.microsoft.com/office/drawing/2014/main" id="{D91A1B40-864C-B6A0-743E-4D3830A66628}"/>
              </a:ext>
            </a:extLst>
          </p:cNvPr>
          <p:cNvSpPr/>
          <p:nvPr/>
        </p:nvSpPr>
        <p:spPr>
          <a:xfrm>
            <a:off x="-4406303" y="10547975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7A3B62-C70A-ED53-CA23-8F6EA1918ECA}"/>
              </a:ext>
            </a:extLst>
          </p:cNvPr>
          <p:cNvSpPr txBox="1"/>
          <p:nvPr/>
        </p:nvSpPr>
        <p:spPr>
          <a:xfrm>
            <a:off x="2871733" y="1775301"/>
            <a:ext cx="59312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err="1"/>
              <a:t>Нашето</a:t>
            </a:r>
            <a:r>
              <a:rPr lang="en-US" sz="5400" b="1"/>
              <a:t> </a:t>
            </a:r>
            <a:r>
              <a:rPr lang="en-US" sz="5400" b="1" err="1"/>
              <a:t>решение</a:t>
            </a:r>
            <a:r>
              <a:rPr lang="en-US" sz="4000" b="1"/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56F6E8-8924-6837-55E7-94CFF5AECBA2}"/>
              </a:ext>
            </a:extLst>
          </p:cNvPr>
          <p:cNvSpPr txBox="1"/>
          <p:nvPr/>
        </p:nvSpPr>
        <p:spPr>
          <a:xfrm>
            <a:off x="2867643" y="2940151"/>
            <a:ext cx="5771515" cy="30887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 err="1"/>
              <a:t>Идеята</a:t>
            </a:r>
            <a:r>
              <a:rPr lang="en-US" sz="2400" b="1" dirty="0"/>
              <a:t> </a:t>
            </a:r>
            <a:r>
              <a:rPr lang="en-US" sz="2400" b="1" dirty="0" err="1"/>
              <a:t>ни</a:t>
            </a:r>
            <a:r>
              <a:rPr lang="en-US" sz="2400" b="1" dirty="0"/>
              <a:t> </a:t>
            </a:r>
            <a:r>
              <a:rPr lang="en-US" sz="2400" b="1" dirty="0" err="1"/>
              <a:t>за</a:t>
            </a:r>
            <a:r>
              <a:rPr lang="en-US" sz="2400" b="1" dirty="0"/>
              <a:t> </a:t>
            </a:r>
            <a:r>
              <a:rPr lang="en-US" sz="2400" b="1" dirty="0" err="1"/>
              <a:t>решение</a:t>
            </a:r>
            <a:r>
              <a:rPr lang="en-US" sz="2400" b="1" dirty="0"/>
              <a:t> </a:t>
            </a:r>
            <a:r>
              <a:rPr lang="en-US" sz="2400" b="1" dirty="0" err="1"/>
              <a:t>на</a:t>
            </a:r>
            <a:r>
              <a:rPr lang="en-US" sz="2400" b="1" dirty="0"/>
              <a:t> </a:t>
            </a:r>
            <a:r>
              <a:rPr lang="en-US" sz="2400" b="1" dirty="0" err="1"/>
              <a:t>този</a:t>
            </a:r>
            <a:r>
              <a:rPr lang="en-US" sz="2400" b="1" dirty="0"/>
              <a:t> </a:t>
            </a:r>
            <a:r>
              <a:rPr lang="en-US" sz="2400" b="1" dirty="0" err="1"/>
              <a:t>проблем</a:t>
            </a:r>
            <a:r>
              <a:rPr lang="en-US" sz="2400" b="1" dirty="0"/>
              <a:t> е: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sz="2400" b="1" dirty="0" err="1"/>
              <a:t>Да</a:t>
            </a:r>
            <a:r>
              <a:rPr lang="en-US" sz="2400" b="1" dirty="0"/>
              <a:t> </a:t>
            </a:r>
            <a:r>
              <a:rPr lang="en-US" sz="2400" b="1" dirty="0" err="1"/>
              <a:t>напълните</a:t>
            </a:r>
            <a:r>
              <a:rPr lang="en-US" sz="2400" b="1" dirty="0"/>
              <a:t> </a:t>
            </a:r>
            <a:r>
              <a:rPr lang="en-US" sz="2400" b="1" dirty="0" err="1"/>
              <a:t>кошчето</a:t>
            </a:r>
            <a:r>
              <a:rPr lang="en-US" sz="2400" b="1" dirty="0"/>
              <a:t> </a:t>
            </a:r>
            <a:r>
              <a:rPr lang="en-US" sz="2400" b="1" dirty="0" err="1"/>
              <a:t>до</a:t>
            </a:r>
            <a:r>
              <a:rPr lang="en-US" sz="2400" b="1" dirty="0"/>
              <a:t> </a:t>
            </a:r>
            <a:r>
              <a:rPr lang="en-US" sz="2400" b="1" dirty="0" err="1"/>
              <a:t>горе</a:t>
            </a:r>
            <a:r>
              <a:rPr lang="en-US" sz="2400" b="1" dirty="0"/>
              <a:t> с </a:t>
            </a:r>
            <a:r>
              <a:rPr lang="en-US" sz="2400" b="1" dirty="0" err="1"/>
              <a:t>дадения</a:t>
            </a:r>
            <a:r>
              <a:rPr lang="en-US" sz="2400" b="1" dirty="0"/>
              <a:t> </a:t>
            </a:r>
            <a:r>
              <a:rPr lang="en-US" sz="2400" b="1" dirty="0" err="1"/>
              <a:t>материал</a:t>
            </a:r>
            <a:r>
              <a:rPr lang="en-US" sz="2400" b="1" dirty="0"/>
              <a:t> (</a:t>
            </a:r>
            <a:r>
              <a:rPr lang="en-US" sz="2400" b="1" dirty="0" err="1"/>
              <a:t>Примерно</a:t>
            </a:r>
            <a:r>
              <a:rPr lang="en-US" sz="2400" b="1" dirty="0"/>
              <a:t> </a:t>
            </a:r>
            <a:r>
              <a:rPr lang="en-US" sz="2400" b="1" dirty="0" err="1"/>
              <a:t>хартия</a:t>
            </a:r>
            <a:r>
              <a:rPr lang="en-US" sz="2400" b="1" dirty="0"/>
              <a:t>, </a:t>
            </a:r>
            <a:r>
              <a:rPr lang="en-US" sz="2400" b="1" dirty="0" err="1"/>
              <a:t>пластмаса</a:t>
            </a:r>
            <a:r>
              <a:rPr lang="en-US" sz="2400" b="1" dirty="0"/>
              <a:t> и </a:t>
            </a:r>
            <a:r>
              <a:rPr lang="en-US" sz="2400" b="1" dirty="0" err="1"/>
              <a:t>т.н</a:t>
            </a:r>
            <a:r>
              <a:rPr lang="en-US" sz="2400" b="1" dirty="0"/>
              <a:t>.)</a:t>
            </a:r>
          </a:p>
          <a:p>
            <a:pPr marL="285750" indent="-285750" algn="ctr">
              <a:buFont typeface="Arial"/>
              <a:buChar char="•"/>
            </a:pPr>
            <a:r>
              <a:rPr lang="en-US" sz="2400" b="1" dirty="0" err="1"/>
              <a:t>След</a:t>
            </a:r>
            <a:r>
              <a:rPr lang="en-US" sz="2400" b="1" dirty="0"/>
              <a:t> </a:t>
            </a:r>
            <a:r>
              <a:rPr lang="en-US" sz="2400" b="1" dirty="0" err="1"/>
              <a:t>изпълнението</a:t>
            </a:r>
            <a:r>
              <a:rPr lang="en-US" sz="2400" b="1" dirty="0"/>
              <a:t>, </a:t>
            </a:r>
            <a:r>
              <a:rPr lang="en-US" sz="2400" b="1" dirty="0" err="1"/>
              <a:t>можете</a:t>
            </a:r>
            <a:r>
              <a:rPr lang="en-US" sz="2400" b="1" dirty="0"/>
              <a:t> </a:t>
            </a:r>
            <a:r>
              <a:rPr lang="en-US" sz="2400" b="1" dirty="0" err="1"/>
              <a:t>да</a:t>
            </a:r>
            <a:r>
              <a:rPr lang="en-US" sz="2400" b="1" dirty="0"/>
              <a:t> </a:t>
            </a:r>
            <a:r>
              <a:rPr lang="en-US" sz="2400" b="1" dirty="0" err="1"/>
              <a:t>получите</a:t>
            </a:r>
            <a:r>
              <a:rPr lang="en-US" sz="2400" b="1" dirty="0"/>
              <a:t> </a:t>
            </a:r>
            <a:r>
              <a:rPr lang="en-US" sz="2400" b="1" dirty="0" err="1"/>
              <a:t>мъничка</a:t>
            </a:r>
            <a:r>
              <a:rPr lang="en-US" sz="2400" b="1" dirty="0"/>
              <a:t> </a:t>
            </a:r>
            <a:r>
              <a:rPr lang="en-US" sz="2400" b="1" dirty="0" err="1"/>
              <a:t>награда</a:t>
            </a:r>
            <a:r>
              <a:rPr lang="en-US" sz="2400" b="1" dirty="0"/>
              <a:t> </a:t>
            </a:r>
            <a:r>
              <a:rPr lang="en-US" sz="2400" b="1" dirty="0" err="1"/>
              <a:t>за</a:t>
            </a:r>
            <a:r>
              <a:rPr lang="en-US" sz="2400" b="1" dirty="0"/>
              <a:t> вашите </a:t>
            </a:r>
            <a:r>
              <a:rPr lang="en-US" sz="2400" b="1" dirty="0" err="1"/>
              <a:t>усилия</a:t>
            </a:r>
            <a:r>
              <a:rPr lang="en-US" sz="2400" b="1" dirty="0"/>
              <a:t>.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9A83207B-C50E-3A40-7ED7-84CB12571111}"/>
              </a:ext>
            </a:extLst>
          </p:cNvPr>
          <p:cNvSpPr/>
          <p:nvPr/>
        </p:nvSpPr>
        <p:spPr>
          <a:xfrm>
            <a:off x="-854109" y="6168433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41659B4E-09A5-ED71-57AF-CB6AFAB5D359}"/>
              </a:ext>
            </a:extLst>
          </p:cNvPr>
          <p:cNvSpPr/>
          <p:nvPr/>
        </p:nvSpPr>
        <p:spPr>
          <a:xfrm>
            <a:off x="135798" y="676847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 descr="A cartoon of a beaver&#10;&#10;AI-generated content may be incorrect.">
            <a:extLst>
              <a:ext uri="{FF2B5EF4-FFF2-40B4-BE49-F238E27FC236}">
                <a16:creationId xmlns:a16="http://schemas.microsoft.com/office/drawing/2014/main" id="{02EBCCF7-7995-9C7C-CBE9-12DC4045B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8507" y="3981320"/>
            <a:ext cx="2081016" cy="2496593"/>
          </a:xfrm>
          <a:prstGeom prst="rect">
            <a:avLst/>
          </a:prstGeom>
        </p:spPr>
      </p:pic>
      <p:pic>
        <p:nvPicPr>
          <p:cNvPr id="36" name="Picture 35" descr="Cartoon of a beaver with a flower&#10;&#10;AI-generated content may be incorrect.">
            <a:extLst>
              <a:ext uri="{FF2B5EF4-FFF2-40B4-BE49-F238E27FC236}">
                <a16:creationId xmlns:a16="http://schemas.microsoft.com/office/drawing/2014/main" id="{AFF2A3BF-71F7-D365-1DE7-ACC3051DF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609" y="746604"/>
            <a:ext cx="5066125" cy="491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30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C555-0E70-D472-F3D2-21331381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>
            <a:extLst>
              <a:ext uri="{FF2B5EF4-FFF2-40B4-BE49-F238E27FC236}">
                <a16:creationId xmlns:a16="http://schemas.microsoft.com/office/drawing/2014/main" id="{51AE2A15-863C-0CB7-BF86-29A55EA6F76E}"/>
              </a:ext>
            </a:extLst>
          </p:cNvPr>
          <p:cNvSpPr/>
          <p:nvPr/>
        </p:nvSpPr>
        <p:spPr>
          <a:xfrm>
            <a:off x="-4893168" y="-3943184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6" name="Hexagon 165">
            <a:extLst>
              <a:ext uri="{FF2B5EF4-FFF2-40B4-BE49-F238E27FC236}">
                <a16:creationId xmlns:a16="http://schemas.microsoft.com/office/drawing/2014/main" id="{1F7C3E35-9C34-4642-80C8-C5CAA769E961}"/>
              </a:ext>
            </a:extLst>
          </p:cNvPr>
          <p:cNvSpPr/>
          <p:nvPr/>
        </p:nvSpPr>
        <p:spPr>
          <a:xfrm>
            <a:off x="-4360249" y="-3468876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8" name="Hexagon 167">
            <a:extLst>
              <a:ext uri="{FF2B5EF4-FFF2-40B4-BE49-F238E27FC236}">
                <a16:creationId xmlns:a16="http://schemas.microsoft.com/office/drawing/2014/main" id="{A2D2E106-EA84-63DA-B791-BBCFF24CBB38}"/>
              </a:ext>
            </a:extLst>
          </p:cNvPr>
          <p:cNvSpPr/>
          <p:nvPr/>
        </p:nvSpPr>
        <p:spPr>
          <a:xfrm>
            <a:off x="3255566" y="-444204"/>
            <a:ext cx="10617983" cy="7957976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0" name="Hexagon 169">
            <a:extLst>
              <a:ext uri="{FF2B5EF4-FFF2-40B4-BE49-F238E27FC236}">
                <a16:creationId xmlns:a16="http://schemas.microsoft.com/office/drawing/2014/main" id="{21342298-D709-7117-A831-9764D5737420}"/>
              </a:ext>
            </a:extLst>
          </p:cNvPr>
          <p:cNvSpPr/>
          <p:nvPr/>
        </p:nvSpPr>
        <p:spPr>
          <a:xfrm>
            <a:off x="3664077" y="-32100"/>
            <a:ext cx="9731576" cy="7180426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ED76AF7-E400-99CF-A93D-DF336136D402}"/>
              </a:ext>
            </a:extLst>
          </p:cNvPr>
          <p:cNvSpPr txBox="1"/>
          <p:nvPr/>
        </p:nvSpPr>
        <p:spPr>
          <a:xfrm rot="19380000">
            <a:off x="356383" y="1069856"/>
            <a:ext cx="506903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 err="1"/>
              <a:t>Как</a:t>
            </a:r>
            <a:r>
              <a:rPr lang="en-US" sz="3600" b="1" dirty="0"/>
              <a:t> </a:t>
            </a:r>
            <a:r>
              <a:rPr lang="en-US" sz="3600" b="1" dirty="0" err="1"/>
              <a:t>работи</a:t>
            </a:r>
            <a:r>
              <a:rPr lang="en-US" sz="3600" b="1" dirty="0"/>
              <a:t> </a:t>
            </a:r>
            <a:r>
              <a:rPr lang="en-US" sz="3600" b="1" dirty="0" err="1"/>
              <a:t>проектът</a:t>
            </a:r>
            <a:r>
              <a:rPr lang="en-US" sz="3600" b="1" dirty="0"/>
              <a:t>?</a:t>
            </a:r>
          </a:p>
          <a:p>
            <a:pPr algn="l"/>
            <a:endParaRPr lang="en-US" sz="8800" b="1"/>
          </a:p>
        </p:txBody>
      </p:sp>
      <p:sp>
        <p:nvSpPr>
          <p:cNvPr id="172" name="Hexagon 171">
            <a:extLst>
              <a:ext uri="{FF2B5EF4-FFF2-40B4-BE49-F238E27FC236}">
                <a16:creationId xmlns:a16="http://schemas.microsoft.com/office/drawing/2014/main" id="{A17FBD82-D720-9146-6B7B-4F800B6661BF}"/>
              </a:ext>
            </a:extLst>
          </p:cNvPr>
          <p:cNvSpPr/>
          <p:nvPr/>
        </p:nvSpPr>
        <p:spPr>
          <a:xfrm>
            <a:off x="-4869842" y="3544633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3" name="Hexagon 172">
            <a:extLst>
              <a:ext uri="{FF2B5EF4-FFF2-40B4-BE49-F238E27FC236}">
                <a16:creationId xmlns:a16="http://schemas.microsoft.com/office/drawing/2014/main" id="{AE8D1010-AE1C-C6C1-4B2B-DAF634567FD9}"/>
              </a:ext>
            </a:extLst>
          </p:cNvPr>
          <p:cNvSpPr/>
          <p:nvPr/>
        </p:nvSpPr>
        <p:spPr>
          <a:xfrm>
            <a:off x="-4461331" y="3886756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rgbClr val="4472C4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0A4693-188F-D5D8-52A5-6F663A37BE83}"/>
              </a:ext>
            </a:extLst>
          </p:cNvPr>
          <p:cNvSpPr txBox="1"/>
          <p:nvPr/>
        </p:nvSpPr>
        <p:spPr>
          <a:xfrm>
            <a:off x="5235877" y="806251"/>
            <a:ext cx="6652465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 err="1">
                <a:ea typeface="+mn-lt"/>
                <a:cs typeface="+mn-lt"/>
              </a:rPr>
              <a:t>Когато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потребителят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изхвърли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отпадък</a:t>
            </a:r>
            <a:r>
              <a:rPr lang="en-US" sz="2800" b="1" dirty="0">
                <a:ea typeface="+mn-lt"/>
                <a:cs typeface="+mn-lt"/>
              </a:rPr>
              <a:t> в </a:t>
            </a:r>
            <a:r>
              <a:rPr lang="en-US" sz="2800" b="1" dirty="0" err="1">
                <a:ea typeface="+mn-lt"/>
                <a:cs typeface="+mn-lt"/>
              </a:rPr>
              <a:t>кошчето</a:t>
            </a:r>
            <a:r>
              <a:rPr lang="en-US" sz="2800" b="1" dirty="0">
                <a:ea typeface="+mn-lt"/>
                <a:cs typeface="+mn-lt"/>
              </a:rPr>
              <a:t>, </a:t>
            </a:r>
            <a:r>
              <a:rPr lang="en-US" sz="2800" b="1" dirty="0" err="1">
                <a:ea typeface="+mn-lt"/>
                <a:cs typeface="+mn-lt"/>
              </a:rPr>
              <a:t>сензорна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система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отчита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присъствието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му</a:t>
            </a:r>
            <a:r>
              <a:rPr lang="en-US" sz="2800" b="1" dirty="0">
                <a:ea typeface="+mn-lt"/>
                <a:cs typeface="+mn-lt"/>
              </a:rPr>
              <a:t>. </a:t>
            </a:r>
            <a:r>
              <a:rPr lang="en-US" sz="2800" b="1" dirty="0" err="1">
                <a:ea typeface="+mn-lt"/>
                <a:cs typeface="+mn-lt"/>
              </a:rPr>
              <a:t>Тогава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на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екран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се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изобразява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колко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боклук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си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изхвърлил</a:t>
            </a:r>
            <a:r>
              <a:rPr lang="en-US" sz="2800" b="1" dirty="0">
                <a:ea typeface="+mn-lt"/>
                <a:cs typeface="+mn-lt"/>
              </a:rPr>
              <a:t>, и </a:t>
            </a:r>
            <a:r>
              <a:rPr lang="en-US" sz="2800" b="1" dirty="0" err="1">
                <a:ea typeface="+mn-lt"/>
                <a:cs typeface="+mn-lt"/>
              </a:rPr>
              <a:t>като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кошчето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се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напълни</a:t>
            </a:r>
            <a:r>
              <a:rPr lang="en-US" sz="2800" b="1" dirty="0">
                <a:ea typeface="+mn-lt"/>
                <a:cs typeface="+mn-lt"/>
              </a:rPr>
              <a:t>, </a:t>
            </a:r>
            <a:r>
              <a:rPr lang="en-US" sz="2800" b="1" dirty="0" err="1">
                <a:ea typeface="+mn-lt"/>
                <a:cs typeface="+mn-lt"/>
              </a:rPr>
              <a:t>сензор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подава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сигнал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да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се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пусне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ток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на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бутона</a:t>
            </a:r>
            <a:r>
              <a:rPr lang="en-US" sz="2800" b="1" dirty="0">
                <a:ea typeface="+mn-lt"/>
                <a:cs typeface="+mn-lt"/>
              </a:rPr>
              <a:t>. </a:t>
            </a:r>
            <a:r>
              <a:rPr lang="en-US" sz="2800" b="1" dirty="0" err="1">
                <a:ea typeface="+mn-lt"/>
                <a:cs typeface="+mn-lt"/>
              </a:rPr>
              <a:t>След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това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потребителят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натиска</a:t>
            </a:r>
            <a:r>
              <a:rPr lang="en-US" sz="2800" b="1" dirty="0">
                <a:ea typeface="+mn-lt"/>
                <a:cs typeface="+mn-lt"/>
              </a:rPr>
              <a:t> </a:t>
            </a:r>
            <a:r>
              <a:rPr lang="en-US" sz="2800" b="1" dirty="0" err="1">
                <a:ea typeface="+mn-lt"/>
                <a:cs typeface="+mn-lt"/>
              </a:rPr>
              <a:t>бутона</a:t>
            </a:r>
            <a:r>
              <a:rPr lang="en-US" sz="2800" b="1" dirty="0">
                <a:ea typeface="+mn-lt"/>
                <a:cs typeface="+mn-lt"/>
              </a:rPr>
              <a:t>, </a:t>
            </a:r>
            <a:r>
              <a:rPr lang="en-US" sz="2800" b="1" dirty="0" err="1">
                <a:ea typeface="+mn-lt"/>
                <a:cs typeface="+mn-lt"/>
              </a:rPr>
              <a:t>който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подава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сигнал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към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микроконтролер</a:t>
            </a:r>
            <a:r>
              <a:rPr lang="en-US" sz="2800" b="1" dirty="0">
                <a:ea typeface="+mn-lt"/>
                <a:cs typeface="+mn-lt"/>
              </a:rPr>
              <a:t>. </a:t>
            </a:r>
            <a:r>
              <a:rPr lang="en-US" sz="2800" b="1" dirty="0" err="1">
                <a:ea typeface="+mn-lt"/>
                <a:cs typeface="+mn-lt"/>
              </a:rPr>
              <a:t>Той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задейства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серво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мотор</a:t>
            </a:r>
            <a:r>
              <a:rPr lang="en-US" sz="2800" b="1" dirty="0">
                <a:ea typeface="+mn-lt"/>
                <a:cs typeface="+mn-lt"/>
              </a:rPr>
              <a:t>, </a:t>
            </a:r>
            <a:r>
              <a:rPr lang="en-US" sz="2800" b="1" dirty="0" err="1">
                <a:ea typeface="+mn-lt"/>
                <a:cs typeface="+mn-lt"/>
              </a:rPr>
              <a:t>който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автоматично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освобождава</a:t>
            </a:r>
            <a:r>
              <a:rPr lang="en-US" sz="2800" b="1" dirty="0">
                <a:ea typeface="+mn-lt"/>
                <a:cs typeface="+mn-lt"/>
              </a:rPr>
              <a:t> и </a:t>
            </a:r>
            <a:r>
              <a:rPr lang="en-US" sz="2800" b="1" dirty="0" err="1">
                <a:ea typeface="+mn-lt"/>
                <a:cs typeface="+mn-lt"/>
              </a:rPr>
              <a:t>подава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награда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под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формата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на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бонбон</a:t>
            </a:r>
            <a:r>
              <a:rPr lang="en-US" sz="2800" b="1" dirty="0">
                <a:ea typeface="+mn-lt"/>
                <a:cs typeface="+mn-lt"/>
              </a:rPr>
              <a:t>. </a:t>
            </a:r>
            <a:endParaRPr lang="en-US" sz="2800" b="1" dirty="0"/>
          </a:p>
        </p:txBody>
      </p:sp>
      <p:pic>
        <p:nvPicPr>
          <p:cNvPr id="5" name="Picture 4" descr="A cartoon of a squirrel sleeping on a pillow&#10;&#10;AI-generated content may be incorrect.">
            <a:extLst>
              <a:ext uri="{FF2B5EF4-FFF2-40B4-BE49-F238E27FC236}">
                <a16:creationId xmlns:a16="http://schemas.microsoft.com/office/drawing/2014/main" id="{2474A657-B06A-1FBD-8F98-DA1C3CB5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72205" y="4085443"/>
            <a:ext cx="7816632" cy="287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70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A8F7-DA06-33F6-71C3-74F4A5D2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Hexagon 236">
            <a:extLst>
              <a:ext uri="{FF2B5EF4-FFF2-40B4-BE49-F238E27FC236}">
                <a16:creationId xmlns:a16="http://schemas.microsoft.com/office/drawing/2014/main" id="{A53FF400-003D-9B69-2A07-EE27D05B7C67}"/>
              </a:ext>
            </a:extLst>
          </p:cNvPr>
          <p:cNvSpPr/>
          <p:nvPr/>
        </p:nvSpPr>
        <p:spPr>
          <a:xfrm>
            <a:off x="6182825" y="1730651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8" name="Hexagon 237">
            <a:extLst>
              <a:ext uri="{FF2B5EF4-FFF2-40B4-BE49-F238E27FC236}">
                <a16:creationId xmlns:a16="http://schemas.microsoft.com/office/drawing/2014/main" id="{80542E9B-AFCF-B0AB-56A2-F581A979157F}"/>
              </a:ext>
            </a:extLst>
          </p:cNvPr>
          <p:cNvSpPr/>
          <p:nvPr/>
        </p:nvSpPr>
        <p:spPr>
          <a:xfrm>
            <a:off x="5119375" y="1186366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9" name="Hexagon 238">
            <a:extLst>
              <a:ext uri="{FF2B5EF4-FFF2-40B4-BE49-F238E27FC236}">
                <a16:creationId xmlns:a16="http://schemas.microsoft.com/office/drawing/2014/main" id="{BF359AC0-A1CA-C5F8-B98F-B8D866B32A06}"/>
              </a:ext>
            </a:extLst>
          </p:cNvPr>
          <p:cNvSpPr/>
          <p:nvPr/>
        </p:nvSpPr>
        <p:spPr>
          <a:xfrm>
            <a:off x="7221155" y="1094256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7D9491F-975D-EABD-5DBB-ECDA6009FC64}"/>
              </a:ext>
            </a:extLst>
          </p:cNvPr>
          <p:cNvGrpSpPr/>
          <p:nvPr/>
        </p:nvGrpSpPr>
        <p:grpSpPr>
          <a:xfrm>
            <a:off x="3162891" y="1660885"/>
            <a:ext cx="3082412" cy="3232647"/>
            <a:chOff x="-993059" y="4741313"/>
            <a:chExt cx="3082412" cy="3232647"/>
          </a:xfrm>
        </p:grpSpPr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50E620A0-9144-10F2-DB8B-329396EE509D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4A2768F4-8210-0C65-360F-82DA36F6ABE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ED2A6DAD-6AF7-3447-81E8-8B8EE472866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FBC11C64-9DA6-49D8-0252-7C16F6D6FC8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3A4DDACD-CD32-9B71-9663-139DDC92606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382BFF44-17ED-6CD0-A02D-12CE0189126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2FA5C3AB-8186-48C1-7A39-238F8F18A9A5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014DF9E-CA05-DAF6-F05D-EA5B0FED1B5B}"/>
              </a:ext>
            </a:extLst>
          </p:cNvPr>
          <p:cNvGrpSpPr/>
          <p:nvPr/>
        </p:nvGrpSpPr>
        <p:grpSpPr>
          <a:xfrm>
            <a:off x="6236011" y="2205171"/>
            <a:ext cx="3082412" cy="3232647"/>
            <a:chOff x="-993059" y="4741313"/>
            <a:chExt cx="3082412" cy="3232647"/>
          </a:xfrm>
        </p:grpSpPr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7D0667CC-2145-3C0B-0550-F456CB39409D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391C6947-331B-CE7E-AC88-1DF50468FE6D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9F3F726A-288E-86EB-237A-FBCC20E768A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39768CB0-146A-7213-D832-F25DA68BA35D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781394D5-8087-317C-5D80-EDFFCE8D5B27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E5835489-3218-75D3-D701-988DB7E32595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FC441320-6157-99FA-5CA9-D7E9652ADC86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491CC5E-C7FC-D6DE-9C05-18BCE43BC721}"/>
              </a:ext>
            </a:extLst>
          </p:cNvPr>
          <p:cNvGrpSpPr/>
          <p:nvPr/>
        </p:nvGrpSpPr>
        <p:grpSpPr>
          <a:xfrm>
            <a:off x="2149682" y="4549786"/>
            <a:ext cx="3082412" cy="3232647"/>
            <a:chOff x="-993059" y="4741313"/>
            <a:chExt cx="3082412" cy="3232647"/>
          </a:xfrm>
        </p:grpSpPr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A96F9369-8220-B9A9-E96D-272C1355895E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0E757EFE-0DE4-800A-8629-9A8CF9EAF43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8FEE7094-A741-3E5C-D30E-7CF3E353BE73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603EDFF1-B6D9-AF65-1180-0ABB6130829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9FF8C514-7787-6F80-AF1D-439DEADAB22F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EC5EFBC8-AB3F-4A2D-A266-D54D6CC31EC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356F51E4-DC56-8FFA-3BED-DD3AEAFCB2CC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A71DC9A4-F8AF-7476-010C-1D4E7B515C03}"/>
              </a:ext>
            </a:extLst>
          </p:cNvPr>
          <p:cNvGrpSpPr/>
          <p:nvPr/>
        </p:nvGrpSpPr>
        <p:grpSpPr>
          <a:xfrm>
            <a:off x="5206055" y="5127566"/>
            <a:ext cx="3082412" cy="2706310"/>
            <a:chOff x="-993059" y="4741313"/>
            <a:chExt cx="3082412" cy="2706310"/>
          </a:xfrm>
        </p:grpSpPr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F58FA51E-4EF3-24A1-B837-47A66100610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472554E2-CCBA-63F0-C33B-FAA5F4D4CCE1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1E199E0C-6B58-6EF7-08FF-579FB10D7153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6C6840F5-920C-7D10-F622-61A7E36D7783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9" name="Hexagon 218">
              <a:extLst>
                <a:ext uri="{FF2B5EF4-FFF2-40B4-BE49-F238E27FC236}">
                  <a16:creationId xmlns:a16="http://schemas.microsoft.com/office/drawing/2014/main" id="{3947364C-9A80-F68A-9567-33061E8259F4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0" name="Hexagon 219">
              <a:extLst>
                <a:ext uri="{FF2B5EF4-FFF2-40B4-BE49-F238E27FC236}">
                  <a16:creationId xmlns:a16="http://schemas.microsoft.com/office/drawing/2014/main" id="{04E765F2-83BE-085F-C08D-62A2D1980D5D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60A9277-4A05-B785-AF1E-0BAB6CFBDC57}"/>
              </a:ext>
            </a:extLst>
          </p:cNvPr>
          <p:cNvGrpSpPr/>
          <p:nvPr/>
        </p:nvGrpSpPr>
        <p:grpSpPr>
          <a:xfrm>
            <a:off x="8287550" y="4549786"/>
            <a:ext cx="3082412" cy="3232647"/>
            <a:chOff x="-993059" y="4741313"/>
            <a:chExt cx="3082412" cy="3232647"/>
          </a:xfrm>
        </p:grpSpPr>
        <p:sp>
          <p:nvSpPr>
            <p:cNvPr id="224" name="Hexagon 223">
              <a:extLst>
                <a:ext uri="{FF2B5EF4-FFF2-40B4-BE49-F238E27FC236}">
                  <a16:creationId xmlns:a16="http://schemas.microsoft.com/office/drawing/2014/main" id="{8EE79515-2289-206F-5621-A1D9C8D28A5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5" name="Hexagon 224">
              <a:extLst>
                <a:ext uri="{FF2B5EF4-FFF2-40B4-BE49-F238E27FC236}">
                  <a16:creationId xmlns:a16="http://schemas.microsoft.com/office/drawing/2014/main" id="{81CF38A6-B02C-1CDF-1698-77D91E0FEEDC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6" name="Hexagon 225">
              <a:extLst>
                <a:ext uri="{FF2B5EF4-FFF2-40B4-BE49-F238E27FC236}">
                  <a16:creationId xmlns:a16="http://schemas.microsoft.com/office/drawing/2014/main" id="{CB055AFB-E0D0-9CBF-6847-6FB9C002028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7" name="Hexagon 226">
              <a:extLst>
                <a:ext uri="{FF2B5EF4-FFF2-40B4-BE49-F238E27FC236}">
                  <a16:creationId xmlns:a16="http://schemas.microsoft.com/office/drawing/2014/main" id="{3F9443DD-F84B-8618-DAB8-799BC6EDBCE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E35D1E93-8579-7C65-60A8-9BCC1182E74F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61E2645A-6B18-68CD-E147-7C67C50F93ED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F072BA87-6704-0A39-8113-05F8F329B890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33" name="Hexagon 232">
            <a:extLst>
              <a:ext uri="{FF2B5EF4-FFF2-40B4-BE49-F238E27FC236}">
                <a16:creationId xmlns:a16="http://schemas.microsoft.com/office/drawing/2014/main" id="{9E95C161-A432-E795-E29B-B4B538C42B55}"/>
              </a:ext>
            </a:extLst>
          </p:cNvPr>
          <p:cNvSpPr/>
          <p:nvPr/>
        </p:nvSpPr>
        <p:spPr>
          <a:xfrm>
            <a:off x="5171957" y="4549657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5" name="Hexagon 234">
            <a:extLst>
              <a:ext uri="{FF2B5EF4-FFF2-40B4-BE49-F238E27FC236}">
                <a16:creationId xmlns:a16="http://schemas.microsoft.com/office/drawing/2014/main" id="{538E80D0-0BDF-9E7A-1452-84716D967C83}"/>
              </a:ext>
            </a:extLst>
          </p:cNvPr>
          <p:cNvSpPr/>
          <p:nvPr/>
        </p:nvSpPr>
        <p:spPr>
          <a:xfrm>
            <a:off x="5370584" y="-1091261"/>
            <a:ext cx="2183948" cy="1714243"/>
          </a:xfrm>
          <a:prstGeom prst="hexagon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2" name="Hexagon 171">
            <a:extLst>
              <a:ext uri="{FF2B5EF4-FFF2-40B4-BE49-F238E27FC236}">
                <a16:creationId xmlns:a16="http://schemas.microsoft.com/office/drawing/2014/main" id="{4B72C90F-2398-D81A-83CB-6C874D895628}"/>
              </a:ext>
            </a:extLst>
          </p:cNvPr>
          <p:cNvSpPr/>
          <p:nvPr/>
        </p:nvSpPr>
        <p:spPr>
          <a:xfrm>
            <a:off x="2662957" y="-2544140"/>
            <a:ext cx="6655466" cy="4586395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 algn="ctr"/>
            <a:r>
              <a:rPr lang="en-US" sz="6000" b="1" err="1">
                <a:ln>
                  <a:solidFill>
                    <a:prstClr val="black"/>
                  </a:solidFill>
                </a:ln>
                <a:solidFill>
                  <a:schemeClr val="tx1"/>
                </a:solidFill>
              </a:rPr>
              <a:t>Демо</a:t>
            </a:r>
            <a:endParaRPr lang="en-US" sz="6000" b="1">
              <a:ln>
                <a:solidFill>
                  <a:prstClr val="black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67" name="Hexagon 166">
            <a:extLst>
              <a:ext uri="{FF2B5EF4-FFF2-40B4-BE49-F238E27FC236}">
                <a16:creationId xmlns:a16="http://schemas.microsoft.com/office/drawing/2014/main" id="{5FD705EC-62D4-950B-E125-FE38E5035B29}"/>
              </a:ext>
            </a:extLst>
          </p:cNvPr>
          <p:cNvSpPr/>
          <p:nvPr/>
        </p:nvSpPr>
        <p:spPr>
          <a:xfrm>
            <a:off x="6105591" y="-611079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8" name="Hexagon 167">
            <a:extLst>
              <a:ext uri="{FF2B5EF4-FFF2-40B4-BE49-F238E27FC236}">
                <a16:creationId xmlns:a16="http://schemas.microsoft.com/office/drawing/2014/main" id="{C9939A4A-E091-51B6-AC5D-02431DCE8221}"/>
              </a:ext>
            </a:extLst>
          </p:cNvPr>
          <p:cNvSpPr/>
          <p:nvPr/>
        </p:nvSpPr>
        <p:spPr>
          <a:xfrm>
            <a:off x="6638510" y="-136771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9504D4D8-CDB9-B7BB-98EB-C3EEC63ED955}"/>
              </a:ext>
            </a:extLst>
          </p:cNvPr>
          <p:cNvSpPr/>
          <p:nvPr/>
        </p:nvSpPr>
        <p:spPr>
          <a:xfrm>
            <a:off x="-4068367" y="-510594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6" name="Hexagon 235">
            <a:extLst>
              <a:ext uri="{FF2B5EF4-FFF2-40B4-BE49-F238E27FC236}">
                <a16:creationId xmlns:a16="http://schemas.microsoft.com/office/drawing/2014/main" id="{A8CB8F32-DE56-1C70-4AB4-72CCD174BAFB}"/>
              </a:ext>
            </a:extLst>
          </p:cNvPr>
          <p:cNvSpPr/>
          <p:nvPr/>
        </p:nvSpPr>
        <p:spPr>
          <a:xfrm>
            <a:off x="-1051989" y="282015"/>
            <a:ext cx="6136299" cy="5850813"/>
          </a:xfrm>
          <a:prstGeom prst="hexagon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0" b="1" err="1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Снимка</a:t>
            </a:r>
            <a:endParaRPr lang="en-US" sz="8000" b="1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6" name="Hexagon 165">
            <a:extLst>
              <a:ext uri="{FF2B5EF4-FFF2-40B4-BE49-F238E27FC236}">
                <a16:creationId xmlns:a16="http://schemas.microsoft.com/office/drawing/2014/main" id="{60E2901A-F1C5-C781-ECB4-371475FCBC5A}"/>
              </a:ext>
            </a:extLst>
          </p:cNvPr>
          <p:cNvSpPr/>
          <p:nvPr/>
        </p:nvSpPr>
        <p:spPr>
          <a:xfrm>
            <a:off x="-3652678" y="-145144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A yellow box with a sign on it">
            <a:extLst>
              <a:ext uri="{FF2B5EF4-FFF2-40B4-BE49-F238E27FC236}">
                <a16:creationId xmlns:a16="http://schemas.microsoft.com/office/drawing/2014/main" id="{71303F35-85AD-4813-E743-780E42122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801" y="160892"/>
            <a:ext cx="4275949" cy="630863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99401-F188-D3B8-74BA-2E226003B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4" y="157304"/>
            <a:ext cx="2935865" cy="611275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C1DBBB-A519-5DD1-C94D-35577360613F}"/>
              </a:ext>
            </a:extLst>
          </p:cNvPr>
          <p:cNvSpPr txBox="1"/>
          <p:nvPr/>
        </p:nvSpPr>
        <p:spPr>
          <a:xfrm>
            <a:off x="3643634" y="2512044"/>
            <a:ext cx="152367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/>
              <a:t>Това</a:t>
            </a:r>
            <a:r>
              <a:rPr lang="en-US" b="1" dirty="0"/>
              <a:t> е </a:t>
            </a:r>
            <a:r>
              <a:rPr lang="en-US" b="1" dirty="0" err="1"/>
              <a:t>машината</a:t>
            </a:r>
            <a:r>
              <a:rPr lang="en-US" b="1" dirty="0"/>
              <a:t> 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бонбони</a:t>
            </a:r>
            <a:r>
              <a:rPr lang="en-US" b="1" dirty="0"/>
              <a:t> (</a:t>
            </a:r>
            <a:r>
              <a:rPr lang="en-US" b="1" dirty="0" err="1"/>
              <a:t>наградата</a:t>
            </a:r>
            <a:r>
              <a:rPr lang="en-US" b="1" dirty="0"/>
              <a:t>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DC462-1317-065E-100C-7FF5EC0B3FDC}"/>
              </a:ext>
            </a:extLst>
          </p:cNvPr>
          <p:cNvSpPr txBox="1"/>
          <p:nvPr/>
        </p:nvSpPr>
        <p:spPr>
          <a:xfrm>
            <a:off x="6989290" y="2785887"/>
            <a:ext cx="15236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/>
              <a:t>Това</a:t>
            </a:r>
            <a:r>
              <a:rPr lang="en-US" b="1" dirty="0"/>
              <a:t> е </a:t>
            </a:r>
            <a:r>
              <a:rPr lang="en-US" b="1" dirty="0" err="1"/>
              <a:t>кошчето</a:t>
            </a: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14681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xagon 14">
            <a:extLst>
              <a:ext uri="{FF2B5EF4-FFF2-40B4-BE49-F238E27FC236}">
                <a16:creationId xmlns:a16="http://schemas.microsoft.com/office/drawing/2014/main" id="{60BC7FF9-E358-9193-B9A8-DAED7DE844F0}"/>
              </a:ext>
            </a:extLst>
          </p:cNvPr>
          <p:cNvSpPr/>
          <p:nvPr/>
        </p:nvSpPr>
        <p:spPr>
          <a:xfrm>
            <a:off x="4025343" y="-11088879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2D5605E1-7557-CFA9-5295-6447392EBE24}"/>
              </a:ext>
            </a:extLst>
          </p:cNvPr>
          <p:cNvSpPr/>
          <p:nvPr/>
        </p:nvSpPr>
        <p:spPr>
          <a:xfrm>
            <a:off x="4558262" y="-10614571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2EF14A93-7A1D-ADD0-428C-52910AF17658}"/>
              </a:ext>
            </a:extLst>
          </p:cNvPr>
          <p:cNvSpPr/>
          <p:nvPr/>
        </p:nvSpPr>
        <p:spPr>
          <a:xfrm>
            <a:off x="12174077" y="-7589899"/>
            <a:ext cx="10617983" cy="7957976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02317BF1-E171-1DB4-A4DD-03D21828021B}"/>
              </a:ext>
            </a:extLst>
          </p:cNvPr>
          <p:cNvSpPr/>
          <p:nvPr/>
        </p:nvSpPr>
        <p:spPr>
          <a:xfrm>
            <a:off x="12582588" y="-7177795"/>
            <a:ext cx="9731576" cy="7180426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484D8C-C2E1-4DFF-45AF-F7E1BDA347AE}"/>
              </a:ext>
            </a:extLst>
          </p:cNvPr>
          <p:cNvSpPr txBox="1"/>
          <p:nvPr/>
        </p:nvSpPr>
        <p:spPr>
          <a:xfrm rot="19320000">
            <a:off x="9417842" y="-6530214"/>
            <a:ext cx="318946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800" b="1" err="1"/>
              <a:t>Демо</a:t>
            </a:r>
            <a:endParaRPr lang="en-US" sz="8800" b="1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513DE40-AD5A-C21C-C5DE-59BFD8074A12}"/>
              </a:ext>
            </a:extLst>
          </p:cNvPr>
          <p:cNvGrpSpPr/>
          <p:nvPr/>
        </p:nvGrpSpPr>
        <p:grpSpPr>
          <a:xfrm>
            <a:off x="4194880" y="2588204"/>
            <a:ext cx="3082412" cy="3232647"/>
            <a:chOff x="-993059" y="4741313"/>
            <a:chExt cx="3082412" cy="3232647"/>
          </a:xfrm>
        </p:grpSpPr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3D103FB2-B0AE-E7EE-7736-B3821C7A8CAD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7F3DC920-177C-3BED-E26E-B577AB7FF3FB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2A1B9E7A-0460-10CA-8603-119496A0F76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0978E737-BE2E-FDB4-7605-B76ED8680734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Hexagon 60">
              <a:extLst>
                <a:ext uri="{FF2B5EF4-FFF2-40B4-BE49-F238E27FC236}">
                  <a16:creationId xmlns:a16="http://schemas.microsoft.com/office/drawing/2014/main" id="{29A2AAF2-3190-787C-5188-E9902FE3D3AD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Hexagon 61">
              <a:extLst>
                <a:ext uri="{FF2B5EF4-FFF2-40B4-BE49-F238E27FC236}">
                  <a16:creationId xmlns:a16="http://schemas.microsoft.com/office/drawing/2014/main" id="{26D345AA-B7B0-E4C9-A3FE-DF83190DE0ED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62202D42-4D75-6BE1-8FB5-0167AB881587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314582A-C09C-49C8-9169-84CF5776F509}"/>
              </a:ext>
            </a:extLst>
          </p:cNvPr>
          <p:cNvGrpSpPr/>
          <p:nvPr/>
        </p:nvGrpSpPr>
        <p:grpSpPr>
          <a:xfrm>
            <a:off x="9308056" y="5539788"/>
            <a:ext cx="3082412" cy="3232647"/>
            <a:chOff x="-993059" y="4741313"/>
            <a:chExt cx="3082412" cy="3232647"/>
          </a:xfrm>
        </p:grpSpPr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9C4CB4B1-7D6E-30F1-1FE0-59CD26833379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E848EBC2-D0C1-BFD0-B9B9-B8C136FD823C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27BA42E7-92C3-72B4-3F5E-B9014825C4F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FBA365E4-71FA-D0BF-D96C-1F849C295BB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0" name="Hexagon 69">
              <a:extLst>
                <a:ext uri="{FF2B5EF4-FFF2-40B4-BE49-F238E27FC236}">
                  <a16:creationId xmlns:a16="http://schemas.microsoft.com/office/drawing/2014/main" id="{CCD76FB5-1B56-8D9C-BD1A-4B6AEF19D3CE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492273C9-D5A7-1D6B-39B1-C9B86B495162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2" name="Hexagon 71">
              <a:extLst>
                <a:ext uri="{FF2B5EF4-FFF2-40B4-BE49-F238E27FC236}">
                  <a16:creationId xmlns:a16="http://schemas.microsoft.com/office/drawing/2014/main" id="{943FCF62-8A44-6AC4-FE87-5FCA7F61B63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D46D4DA-6F94-D86A-AF82-719E9AC140B7}"/>
              </a:ext>
            </a:extLst>
          </p:cNvPr>
          <p:cNvGrpSpPr/>
          <p:nvPr/>
        </p:nvGrpSpPr>
        <p:grpSpPr>
          <a:xfrm>
            <a:off x="7252211" y="3227351"/>
            <a:ext cx="3082412" cy="3232647"/>
            <a:chOff x="-993059" y="4741313"/>
            <a:chExt cx="3082412" cy="3232647"/>
          </a:xfrm>
        </p:grpSpPr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2395251F-7D3C-3626-DCCE-BE4CF68D32AE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AA20E5CF-3615-0A0C-A1C3-52080D300703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239E2FD9-B778-0A78-2D06-230B06E9227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3C6806F8-926B-3779-1378-34EB3A95FADB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67EB72A4-1D39-F550-AEF5-F5AAE8FA8BB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42CC32B7-E1D8-EA8D-5AB9-5140C06838A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164A701A-B481-106E-5F0D-E0DA58045BE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C4483C2-7E05-1CA7-7318-35DB5DCB77A6}"/>
              </a:ext>
            </a:extLst>
          </p:cNvPr>
          <p:cNvGrpSpPr/>
          <p:nvPr/>
        </p:nvGrpSpPr>
        <p:grpSpPr>
          <a:xfrm>
            <a:off x="10211571" y="2718833"/>
            <a:ext cx="3082412" cy="3232647"/>
            <a:chOff x="-993059" y="4741313"/>
            <a:chExt cx="3082412" cy="3232647"/>
          </a:xfrm>
        </p:grpSpPr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6042CAD6-C74F-E840-B6D9-A890C009D72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1164FE8F-FBF0-E6E1-ADD3-16BBA371021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F0138DAB-2C74-FB1E-2071-FA55C26B02A7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18D4AD0B-AFB2-FE8E-5CF4-685C410441F4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34BF0AA3-10DD-CD1C-3288-04BF6AC04AA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06D2F8F5-1D1B-298F-845B-D697B91772B4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7B3B22DD-0E80-D7EB-D16E-87603C7AF682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D7E7E37-D34B-E299-8EB9-C0BE47B8CD85}"/>
              </a:ext>
            </a:extLst>
          </p:cNvPr>
          <p:cNvGrpSpPr/>
          <p:nvPr/>
        </p:nvGrpSpPr>
        <p:grpSpPr>
          <a:xfrm>
            <a:off x="176497" y="3298857"/>
            <a:ext cx="3082412" cy="2647958"/>
            <a:chOff x="-993059" y="5326002"/>
            <a:chExt cx="3082412" cy="2647958"/>
          </a:xfrm>
        </p:grpSpPr>
        <p:sp>
          <p:nvSpPr>
            <p:cNvPr id="93" name="Hexagon 92">
              <a:extLst>
                <a:ext uri="{FF2B5EF4-FFF2-40B4-BE49-F238E27FC236}">
                  <a16:creationId xmlns:a16="http://schemas.microsoft.com/office/drawing/2014/main" id="{AC64F0A4-4210-8388-B06C-16E171EAE027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1ECEB589-3BA0-841D-A37C-D6656965A087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5" name="Hexagon 94">
              <a:extLst>
                <a:ext uri="{FF2B5EF4-FFF2-40B4-BE49-F238E27FC236}">
                  <a16:creationId xmlns:a16="http://schemas.microsoft.com/office/drawing/2014/main" id="{2E1AC619-0CF0-AEC1-39D1-695E5B60F74E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6" name="Hexagon 95">
              <a:extLst>
                <a:ext uri="{FF2B5EF4-FFF2-40B4-BE49-F238E27FC236}">
                  <a16:creationId xmlns:a16="http://schemas.microsoft.com/office/drawing/2014/main" id="{1D36CD2F-70BD-7A62-B244-1C34BB6DCEE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8" name="Hexagon 97">
              <a:extLst>
                <a:ext uri="{FF2B5EF4-FFF2-40B4-BE49-F238E27FC236}">
                  <a16:creationId xmlns:a16="http://schemas.microsoft.com/office/drawing/2014/main" id="{766D85EB-8C84-B399-28DD-EEE04CA53CDD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9" name="Hexagon 98">
              <a:extLst>
                <a:ext uri="{FF2B5EF4-FFF2-40B4-BE49-F238E27FC236}">
                  <a16:creationId xmlns:a16="http://schemas.microsoft.com/office/drawing/2014/main" id="{1838A3CE-772C-DE09-A05C-9F5C9EEB6A1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A096510-3CE3-0893-E359-45C40FB02F1C}"/>
              </a:ext>
            </a:extLst>
          </p:cNvPr>
          <p:cNvGrpSpPr/>
          <p:nvPr/>
        </p:nvGrpSpPr>
        <p:grpSpPr>
          <a:xfrm>
            <a:off x="2167027" y="5070147"/>
            <a:ext cx="3082412" cy="3232647"/>
            <a:chOff x="-993059" y="4741313"/>
            <a:chExt cx="3082412" cy="3232647"/>
          </a:xfrm>
        </p:grpSpPr>
        <p:sp>
          <p:nvSpPr>
            <p:cNvPr id="102" name="Hexagon 101">
              <a:extLst>
                <a:ext uri="{FF2B5EF4-FFF2-40B4-BE49-F238E27FC236}">
                  <a16:creationId xmlns:a16="http://schemas.microsoft.com/office/drawing/2014/main" id="{88506477-AE02-1D2C-8E99-1665D0F92D1C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3" name="Hexagon 102">
              <a:extLst>
                <a:ext uri="{FF2B5EF4-FFF2-40B4-BE49-F238E27FC236}">
                  <a16:creationId xmlns:a16="http://schemas.microsoft.com/office/drawing/2014/main" id="{347FA234-AE84-E5CF-0DFF-C31BAABABB57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4" name="Hexagon 103">
              <a:extLst>
                <a:ext uri="{FF2B5EF4-FFF2-40B4-BE49-F238E27FC236}">
                  <a16:creationId xmlns:a16="http://schemas.microsoft.com/office/drawing/2014/main" id="{E8FEC0B2-554C-A461-AF93-A2D7C9320A5D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5" name="Hexagon 104">
              <a:extLst>
                <a:ext uri="{FF2B5EF4-FFF2-40B4-BE49-F238E27FC236}">
                  <a16:creationId xmlns:a16="http://schemas.microsoft.com/office/drawing/2014/main" id="{532FF3BA-DC40-ECEB-DF95-2695B2B2D31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6" name="Hexagon 105">
              <a:extLst>
                <a:ext uri="{FF2B5EF4-FFF2-40B4-BE49-F238E27FC236}">
                  <a16:creationId xmlns:a16="http://schemas.microsoft.com/office/drawing/2014/main" id="{6E70DC0C-CBB8-9CEA-6332-34751E02C99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6869D6FD-27DA-27A6-57B5-85275033932A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8" name="Hexagon 107">
              <a:extLst>
                <a:ext uri="{FF2B5EF4-FFF2-40B4-BE49-F238E27FC236}">
                  <a16:creationId xmlns:a16="http://schemas.microsoft.com/office/drawing/2014/main" id="{948DB489-8627-2E4D-14B8-7E60ACDB99A6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1B94566-1856-8EC6-EED1-B40B29B6FFF9}"/>
              </a:ext>
            </a:extLst>
          </p:cNvPr>
          <p:cNvGrpSpPr/>
          <p:nvPr/>
        </p:nvGrpSpPr>
        <p:grpSpPr>
          <a:xfrm>
            <a:off x="5246129" y="5606657"/>
            <a:ext cx="3082412" cy="3232647"/>
            <a:chOff x="-993059" y="4741313"/>
            <a:chExt cx="3082412" cy="3232647"/>
          </a:xfrm>
        </p:grpSpPr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EFAE1472-D84C-F917-8BBD-5F2C9A17922E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2" name="Hexagon 111">
              <a:extLst>
                <a:ext uri="{FF2B5EF4-FFF2-40B4-BE49-F238E27FC236}">
                  <a16:creationId xmlns:a16="http://schemas.microsoft.com/office/drawing/2014/main" id="{43D2E9B0-8F57-8B7C-C32F-A16CF4BA6265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11A0491D-F94C-C4BA-6CA3-57D926220BD4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4" name="Hexagon 113">
              <a:extLst>
                <a:ext uri="{FF2B5EF4-FFF2-40B4-BE49-F238E27FC236}">
                  <a16:creationId xmlns:a16="http://schemas.microsoft.com/office/drawing/2014/main" id="{5586B448-9C22-24B5-A90F-6CA44A12837B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82F798DE-2BD2-53AA-5E0C-1C35413D7C7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80844408-981D-7CB5-6B51-4DE27599431C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7" name="Hexagon 116">
              <a:extLst>
                <a:ext uri="{FF2B5EF4-FFF2-40B4-BE49-F238E27FC236}">
                  <a16:creationId xmlns:a16="http://schemas.microsoft.com/office/drawing/2014/main" id="{541EFA1B-5159-EE15-9B1C-2ECC97763F7D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CFAC11B-79A6-6A4B-0BE2-9F473E0861D5}"/>
              </a:ext>
            </a:extLst>
          </p:cNvPr>
          <p:cNvGrpSpPr/>
          <p:nvPr/>
        </p:nvGrpSpPr>
        <p:grpSpPr>
          <a:xfrm>
            <a:off x="-772116" y="5606657"/>
            <a:ext cx="3082412" cy="3232647"/>
            <a:chOff x="-993059" y="4741313"/>
            <a:chExt cx="3082412" cy="3232647"/>
          </a:xfrm>
        </p:grpSpPr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3694DBA9-D15D-A74C-CFB4-81E94882356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3F3E2516-D4EB-39B7-CA8D-4B38741CB544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E6EDEF37-56AB-1DF1-D9D2-6E93BF6A144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743CDDC2-109B-CDBF-FCD6-6C94CD672A0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9032B130-32A8-F622-26A8-FE78CC28749B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5937A86E-BE0B-1F8A-E381-C69FA750FF88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0F585BF3-A4B1-EA4C-CCD9-48EE3348901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E72A21D-6890-42FB-5D44-1E874DADB8A2}"/>
              </a:ext>
            </a:extLst>
          </p:cNvPr>
          <p:cNvGrpSpPr/>
          <p:nvPr/>
        </p:nvGrpSpPr>
        <p:grpSpPr>
          <a:xfrm>
            <a:off x="-2902605" y="2131004"/>
            <a:ext cx="3082412" cy="3232647"/>
            <a:chOff x="-993059" y="4741313"/>
            <a:chExt cx="3082412" cy="3232647"/>
          </a:xfrm>
        </p:grpSpPr>
        <p:sp>
          <p:nvSpPr>
            <p:cNvPr id="129" name="Hexagon 128">
              <a:extLst>
                <a:ext uri="{FF2B5EF4-FFF2-40B4-BE49-F238E27FC236}">
                  <a16:creationId xmlns:a16="http://schemas.microsoft.com/office/drawing/2014/main" id="{B88F50E3-862C-A995-FB56-DF369EEE7CD1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0" name="Hexagon 129">
              <a:extLst>
                <a:ext uri="{FF2B5EF4-FFF2-40B4-BE49-F238E27FC236}">
                  <a16:creationId xmlns:a16="http://schemas.microsoft.com/office/drawing/2014/main" id="{5B1BCC11-93DD-5815-B393-6CB31E4201E0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658A1D5E-8FE4-4537-8398-396EB3E052A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FEF1700A-CAC8-16E5-0958-5B24D130487D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3" name="Hexagon 132">
              <a:extLst>
                <a:ext uri="{FF2B5EF4-FFF2-40B4-BE49-F238E27FC236}">
                  <a16:creationId xmlns:a16="http://schemas.microsoft.com/office/drawing/2014/main" id="{68DAB984-248E-B7F4-AFDB-7EF93DCBE9FD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0B5C676E-CBB7-C12A-6B6F-A3F4ADCC7F01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5" name="Hexagon 134">
              <a:extLst>
                <a:ext uri="{FF2B5EF4-FFF2-40B4-BE49-F238E27FC236}">
                  <a16:creationId xmlns:a16="http://schemas.microsoft.com/office/drawing/2014/main" id="{CAAED55E-4CF1-41F7-A9A8-B277A1A0421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64" name="Hexagon 163">
            <a:extLst>
              <a:ext uri="{FF2B5EF4-FFF2-40B4-BE49-F238E27FC236}">
                <a16:creationId xmlns:a16="http://schemas.microsoft.com/office/drawing/2014/main" id="{63FD52B4-95F8-EE6F-9669-06051D289647}"/>
              </a:ext>
            </a:extLst>
          </p:cNvPr>
          <p:cNvSpPr/>
          <p:nvPr/>
        </p:nvSpPr>
        <p:spPr>
          <a:xfrm>
            <a:off x="3125874" y="3852175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6" name="Hexagon 165">
            <a:extLst>
              <a:ext uri="{FF2B5EF4-FFF2-40B4-BE49-F238E27FC236}">
                <a16:creationId xmlns:a16="http://schemas.microsoft.com/office/drawing/2014/main" id="{74356F83-200F-5DE7-7A8F-C4CA05B28CA1}"/>
              </a:ext>
            </a:extLst>
          </p:cNvPr>
          <p:cNvSpPr/>
          <p:nvPr/>
        </p:nvSpPr>
        <p:spPr>
          <a:xfrm>
            <a:off x="-886289" y="4995175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8" name="Hexagon 167">
            <a:extLst>
              <a:ext uri="{FF2B5EF4-FFF2-40B4-BE49-F238E27FC236}">
                <a16:creationId xmlns:a16="http://schemas.microsoft.com/office/drawing/2014/main" id="{D32FF1F7-7B01-A155-5353-498E2ADF2C14}"/>
              </a:ext>
            </a:extLst>
          </p:cNvPr>
          <p:cNvSpPr/>
          <p:nvPr/>
        </p:nvSpPr>
        <p:spPr>
          <a:xfrm>
            <a:off x="8255386" y="6685056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9E7F3048-8F01-6A13-B3A5-2D9CAC798F49}"/>
              </a:ext>
            </a:extLst>
          </p:cNvPr>
          <p:cNvSpPr/>
          <p:nvPr/>
        </p:nvSpPr>
        <p:spPr>
          <a:xfrm>
            <a:off x="4048669" y="-3608837"/>
            <a:ext cx="9995943" cy="746034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3C51DB75-CF87-0B17-C5E6-474B458D5871}"/>
              </a:ext>
            </a:extLst>
          </p:cNvPr>
          <p:cNvSpPr/>
          <p:nvPr/>
        </p:nvSpPr>
        <p:spPr>
          <a:xfrm>
            <a:off x="4457180" y="-3266714"/>
            <a:ext cx="9163964" cy="672944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2BA09-208F-3A2F-0856-6A279D40D352}"/>
              </a:ext>
            </a:extLst>
          </p:cNvPr>
          <p:cNvSpPr txBox="1"/>
          <p:nvPr/>
        </p:nvSpPr>
        <p:spPr>
          <a:xfrm>
            <a:off x="6051347" y="252938"/>
            <a:ext cx="593085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b="1" err="1"/>
              <a:t>Използвани</a:t>
            </a:r>
            <a:r>
              <a:rPr lang="en-US" sz="6600" b="1"/>
              <a:t> </a:t>
            </a:r>
            <a:r>
              <a:rPr lang="en-US" sz="6600" b="1" err="1"/>
              <a:t>технологии</a:t>
            </a:r>
            <a:endParaRPr lang="en-US" sz="6600" b="1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B16FAF8C-7AF8-7C1B-B7F7-B8BA5C55D375}"/>
              </a:ext>
            </a:extLst>
          </p:cNvPr>
          <p:cNvGrpSpPr/>
          <p:nvPr/>
        </p:nvGrpSpPr>
        <p:grpSpPr>
          <a:xfrm>
            <a:off x="316456" y="8421392"/>
            <a:ext cx="3082412" cy="3232647"/>
            <a:chOff x="-993059" y="4741313"/>
            <a:chExt cx="3082412" cy="3232647"/>
          </a:xfrm>
        </p:grpSpPr>
        <p:sp>
          <p:nvSpPr>
            <p:cNvPr id="172" name="Hexagon 171">
              <a:extLst>
                <a:ext uri="{FF2B5EF4-FFF2-40B4-BE49-F238E27FC236}">
                  <a16:creationId xmlns:a16="http://schemas.microsoft.com/office/drawing/2014/main" id="{89118FF8-27C1-109F-BF2D-D34929446971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3" name="Hexagon 172">
              <a:extLst>
                <a:ext uri="{FF2B5EF4-FFF2-40B4-BE49-F238E27FC236}">
                  <a16:creationId xmlns:a16="http://schemas.microsoft.com/office/drawing/2014/main" id="{122DD67C-B6DD-50D6-56F9-3F7A3568D7F8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4" name="Hexagon 173">
              <a:extLst>
                <a:ext uri="{FF2B5EF4-FFF2-40B4-BE49-F238E27FC236}">
                  <a16:creationId xmlns:a16="http://schemas.microsoft.com/office/drawing/2014/main" id="{60FC339B-4C67-5CA5-5149-284B1B4DFDCA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5" name="Hexagon 174">
              <a:extLst>
                <a:ext uri="{FF2B5EF4-FFF2-40B4-BE49-F238E27FC236}">
                  <a16:creationId xmlns:a16="http://schemas.microsoft.com/office/drawing/2014/main" id="{B19EF4BC-71ED-D41C-CD3E-00FD02BB5A37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6" name="Hexagon 175">
              <a:extLst>
                <a:ext uri="{FF2B5EF4-FFF2-40B4-BE49-F238E27FC236}">
                  <a16:creationId xmlns:a16="http://schemas.microsoft.com/office/drawing/2014/main" id="{507150F6-5C91-B898-8470-72BBBA3260A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7" name="Hexagon 176">
              <a:extLst>
                <a:ext uri="{FF2B5EF4-FFF2-40B4-BE49-F238E27FC236}">
                  <a16:creationId xmlns:a16="http://schemas.microsoft.com/office/drawing/2014/main" id="{8C8DDBB2-104F-6286-E4CC-1AA37D220A1E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8" name="Hexagon 177">
              <a:extLst>
                <a:ext uri="{FF2B5EF4-FFF2-40B4-BE49-F238E27FC236}">
                  <a16:creationId xmlns:a16="http://schemas.microsoft.com/office/drawing/2014/main" id="{AE9D2A28-1056-0A9A-D476-26F533495DAF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F1F753E-88C6-F3C6-34D7-ECD7BE7E33D6}"/>
              </a:ext>
            </a:extLst>
          </p:cNvPr>
          <p:cNvGrpSpPr/>
          <p:nvPr/>
        </p:nvGrpSpPr>
        <p:grpSpPr>
          <a:xfrm>
            <a:off x="-632156" y="11352759"/>
            <a:ext cx="3082412" cy="3232647"/>
            <a:chOff x="-993059" y="4741313"/>
            <a:chExt cx="3082412" cy="3232647"/>
          </a:xfrm>
        </p:grpSpPr>
        <p:sp>
          <p:nvSpPr>
            <p:cNvPr id="180" name="Hexagon 179">
              <a:extLst>
                <a:ext uri="{FF2B5EF4-FFF2-40B4-BE49-F238E27FC236}">
                  <a16:creationId xmlns:a16="http://schemas.microsoft.com/office/drawing/2014/main" id="{3E92D147-C263-3254-80B9-E256439819FC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1" name="Hexagon 180">
              <a:extLst>
                <a:ext uri="{FF2B5EF4-FFF2-40B4-BE49-F238E27FC236}">
                  <a16:creationId xmlns:a16="http://schemas.microsoft.com/office/drawing/2014/main" id="{306F715B-C91E-3B0E-EBB1-323F19F7D8E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2" name="Hexagon 181">
              <a:extLst>
                <a:ext uri="{FF2B5EF4-FFF2-40B4-BE49-F238E27FC236}">
                  <a16:creationId xmlns:a16="http://schemas.microsoft.com/office/drawing/2014/main" id="{81AEC87B-4280-3825-A9C0-18D1378D2B4E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D91ED621-7C7B-8A50-0B5B-41ACAF6ADA2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110A71A6-8AB0-C84D-2CE9-3CB1B72A2B36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8692F0C7-2FA9-2091-0ED6-27EA6A6F519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6CBC18BF-2963-8557-9292-3A70A28DD01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8221FBA-5EF4-E00D-2AE4-A9F8973C1752}"/>
              </a:ext>
            </a:extLst>
          </p:cNvPr>
          <p:cNvGrpSpPr/>
          <p:nvPr/>
        </p:nvGrpSpPr>
        <p:grpSpPr>
          <a:xfrm>
            <a:off x="-2762645" y="7962636"/>
            <a:ext cx="3082412" cy="3232647"/>
            <a:chOff x="-993059" y="4741313"/>
            <a:chExt cx="3082412" cy="3232647"/>
          </a:xfrm>
        </p:grpSpPr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D645829E-4E21-3B92-E9CC-78B1232738C8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6B0721C6-EC3E-317A-85A6-EA5A0EC0E70B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C3F449B1-3910-7295-8519-4070EDA9917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1" name="Hexagon 190">
              <a:extLst>
                <a:ext uri="{FF2B5EF4-FFF2-40B4-BE49-F238E27FC236}">
                  <a16:creationId xmlns:a16="http://schemas.microsoft.com/office/drawing/2014/main" id="{EAC87B5B-9DB5-2AC8-B29E-91DE38C45E2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E88B1260-5ABC-77BA-3392-8B78DB52981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874337ED-D7D7-159F-5D02-4BD51F0A896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14B50C3B-3398-D591-BC4D-8BC043941220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1348997-257C-AD69-3BA3-96191D14EF0D}"/>
              </a:ext>
            </a:extLst>
          </p:cNvPr>
          <p:cNvGrpSpPr/>
          <p:nvPr/>
        </p:nvGrpSpPr>
        <p:grpSpPr>
          <a:xfrm>
            <a:off x="3255599" y="7807126"/>
            <a:ext cx="3082412" cy="3232647"/>
            <a:chOff x="-993059" y="4741313"/>
            <a:chExt cx="3082412" cy="3232647"/>
          </a:xfrm>
        </p:grpSpPr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9B25EF9C-DA87-3C5B-1D46-4F02D3436B50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7" name="Hexagon 196">
              <a:extLst>
                <a:ext uri="{FF2B5EF4-FFF2-40B4-BE49-F238E27FC236}">
                  <a16:creationId xmlns:a16="http://schemas.microsoft.com/office/drawing/2014/main" id="{0B3F9C48-29C4-543F-8EE8-75DE0CF7D574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8" name="Hexagon 197">
              <a:extLst>
                <a:ext uri="{FF2B5EF4-FFF2-40B4-BE49-F238E27FC236}">
                  <a16:creationId xmlns:a16="http://schemas.microsoft.com/office/drawing/2014/main" id="{577D1B46-E129-F66A-4C4E-167B8FF31EC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9" name="Hexagon 198">
              <a:extLst>
                <a:ext uri="{FF2B5EF4-FFF2-40B4-BE49-F238E27FC236}">
                  <a16:creationId xmlns:a16="http://schemas.microsoft.com/office/drawing/2014/main" id="{0A5ADB8B-FBA5-E49F-AE71-174B20F58BB9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0" name="Hexagon 199">
              <a:extLst>
                <a:ext uri="{FF2B5EF4-FFF2-40B4-BE49-F238E27FC236}">
                  <a16:creationId xmlns:a16="http://schemas.microsoft.com/office/drawing/2014/main" id="{A07A8C59-AF80-2C5A-295D-C8C0EC547BD0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1" name="Hexagon 200">
              <a:extLst>
                <a:ext uri="{FF2B5EF4-FFF2-40B4-BE49-F238E27FC236}">
                  <a16:creationId xmlns:a16="http://schemas.microsoft.com/office/drawing/2014/main" id="{9C21D764-E51D-33CA-024E-002FAD8A0B0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2" name="Hexagon 201">
              <a:extLst>
                <a:ext uri="{FF2B5EF4-FFF2-40B4-BE49-F238E27FC236}">
                  <a16:creationId xmlns:a16="http://schemas.microsoft.com/office/drawing/2014/main" id="{BF7A7740-57E8-58C6-0A4B-1867EB913CB3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C24EB05-5793-72DF-FBBD-0F86151655B3}"/>
              </a:ext>
            </a:extLst>
          </p:cNvPr>
          <p:cNvGrpSpPr/>
          <p:nvPr/>
        </p:nvGrpSpPr>
        <p:grpSpPr>
          <a:xfrm>
            <a:off x="-3851217" y="4992392"/>
            <a:ext cx="3082412" cy="3232647"/>
            <a:chOff x="-993059" y="4741313"/>
            <a:chExt cx="3082412" cy="3232647"/>
          </a:xfrm>
        </p:grpSpPr>
        <p:sp>
          <p:nvSpPr>
            <p:cNvPr id="204" name="Hexagon 203">
              <a:extLst>
                <a:ext uri="{FF2B5EF4-FFF2-40B4-BE49-F238E27FC236}">
                  <a16:creationId xmlns:a16="http://schemas.microsoft.com/office/drawing/2014/main" id="{CB7F1B24-2A1A-0038-5BBF-4FDFEF578ED3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5" name="Hexagon 204">
              <a:extLst>
                <a:ext uri="{FF2B5EF4-FFF2-40B4-BE49-F238E27FC236}">
                  <a16:creationId xmlns:a16="http://schemas.microsoft.com/office/drawing/2014/main" id="{62929397-8A08-54A8-665B-641D182CCD7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6" name="Hexagon 205">
              <a:extLst>
                <a:ext uri="{FF2B5EF4-FFF2-40B4-BE49-F238E27FC236}">
                  <a16:creationId xmlns:a16="http://schemas.microsoft.com/office/drawing/2014/main" id="{6BAF6214-C28D-4F19-C136-9DA8915EFCF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7" name="Hexagon 206">
              <a:extLst>
                <a:ext uri="{FF2B5EF4-FFF2-40B4-BE49-F238E27FC236}">
                  <a16:creationId xmlns:a16="http://schemas.microsoft.com/office/drawing/2014/main" id="{8F23C042-08C6-37B1-D35F-F25DEBDD9B7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A66C85B6-CD3A-D440-861E-3B80EE477438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C4DF43C6-F229-4121-5A8D-3BC065AF641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F948ECF9-90CC-46EA-0E31-D2F89469C1D3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6D7A9BE-ACC3-36AA-EF08-7B628B92B609}"/>
              </a:ext>
            </a:extLst>
          </p:cNvPr>
          <p:cNvGrpSpPr/>
          <p:nvPr/>
        </p:nvGrpSpPr>
        <p:grpSpPr>
          <a:xfrm>
            <a:off x="7283313" y="7807126"/>
            <a:ext cx="3082412" cy="3232647"/>
            <a:chOff x="-993059" y="4741313"/>
            <a:chExt cx="3082412" cy="3232647"/>
          </a:xfrm>
        </p:grpSpPr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DF67827-937B-813E-2449-921A5679C70A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D3CF6CAF-4FCA-4DA5-C3A0-F40474E3BC7C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B5DA1192-63CE-AF7A-6984-B83B20B95105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43E13161-5A21-24CC-2009-027170B01A3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15C1E322-DBFA-BE1A-3E8B-0E36AF756490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7186EFF9-8B05-1050-3DD0-7584DC1B4C9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EDF5D590-67C6-B826-91E9-93E10513E77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0B65B3C1-9668-8939-8FF3-0B81AE05E793}"/>
              </a:ext>
            </a:extLst>
          </p:cNvPr>
          <p:cNvGrpSpPr/>
          <p:nvPr/>
        </p:nvGrpSpPr>
        <p:grpSpPr>
          <a:xfrm>
            <a:off x="-4830932" y="10201984"/>
            <a:ext cx="3082412" cy="3232647"/>
            <a:chOff x="-993059" y="4741313"/>
            <a:chExt cx="3082412" cy="3232647"/>
          </a:xfrm>
        </p:grpSpPr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33E8A28F-7B51-87F9-1612-6747ADC0561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34D13F7E-FC25-AD9E-FD70-ABC831C2EDA9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706EA613-22D0-E442-482A-BF097028C21A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1" name="Hexagon 230">
              <a:extLst>
                <a:ext uri="{FF2B5EF4-FFF2-40B4-BE49-F238E27FC236}">
                  <a16:creationId xmlns:a16="http://schemas.microsoft.com/office/drawing/2014/main" id="{F9764E1F-0D62-DF7C-6273-F9AB6E96CD6C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2" name="Hexagon 231">
              <a:extLst>
                <a:ext uri="{FF2B5EF4-FFF2-40B4-BE49-F238E27FC236}">
                  <a16:creationId xmlns:a16="http://schemas.microsoft.com/office/drawing/2014/main" id="{0F3587BE-4EED-0675-9EE4-A73DE4215E8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3" name="Hexagon 232">
              <a:extLst>
                <a:ext uri="{FF2B5EF4-FFF2-40B4-BE49-F238E27FC236}">
                  <a16:creationId xmlns:a16="http://schemas.microsoft.com/office/drawing/2014/main" id="{3866AD57-5B58-B8C8-0F22-3AF482A5B38C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4" name="Hexagon 233">
              <a:extLst>
                <a:ext uri="{FF2B5EF4-FFF2-40B4-BE49-F238E27FC236}">
                  <a16:creationId xmlns:a16="http://schemas.microsoft.com/office/drawing/2014/main" id="{06B8ADE7-A28C-3AC0-D92C-72C5F4A854D2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29ACECE-5AD0-51A5-29A2-54F8E9D6D1F0}"/>
              </a:ext>
            </a:extLst>
          </p:cNvPr>
          <p:cNvGrpSpPr/>
          <p:nvPr/>
        </p:nvGrpSpPr>
        <p:grpSpPr>
          <a:xfrm>
            <a:off x="2306987" y="10660739"/>
            <a:ext cx="3082412" cy="3232647"/>
            <a:chOff x="-993059" y="4741313"/>
            <a:chExt cx="3082412" cy="3232647"/>
          </a:xfrm>
        </p:grpSpPr>
        <p:sp>
          <p:nvSpPr>
            <p:cNvPr id="236" name="Hexagon 235">
              <a:extLst>
                <a:ext uri="{FF2B5EF4-FFF2-40B4-BE49-F238E27FC236}">
                  <a16:creationId xmlns:a16="http://schemas.microsoft.com/office/drawing/2014/main" id="{39A7EE96-BE7F-2B40-2877-E85CE417E977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7" name="Hexagon 236">
              <a:extLst>
                <a:ext uri="{FF2B5EF4-FFF2-40B4-BE49-F238E27FC236}">
                  <a16:creationId xmlns:a16="http://schemas.microsoft.com/office/drawing/2014/main" id="{84C4AE77-7AD4-80CC-5DA0-BEF89F738DFB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8" name="Hexagon 237">
              <a:extLst>
                <a:ext uri="{FF2B5EF4-FFF2-40B4-BE49-F238E27FC236}">
                  <a16:creationId xmlns:a16="http://schemas.microsoft.com/office/drawing/2014/main" id="{6EDC44A7-A5FF-7982-2A37-95123D7478F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9" name="Hexagon 238">
              <a:extLst>
                <a:ext uri="{FF2B5EF4-FFF2-40B4-BE49-F238E27FC236}">
                  <a16:creationId xmlns:a16="http://schemas.microsoft.com/office/drawing/2014/main" id="{D0F7EAD6-6526-F8BF-7250-60FBCE38470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0" name="Hexagon 239">
              <a:extLst>
                <a:ext uri="{FF2B5EF4-FFF2-40B4-BE49-F238E27FC236}">
                  <a16:creationId xmlns:a16="http://schemas.microsoft.com/office/drawing/2014/main" id="{6BFEA6F9-229D-48B1-E150-9F688896AA6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1" name="Hexagon 240">
              <a:extLst>
                <a:ext uri="{FF2B5EF4-FFF2-40B4-BE49-F238E27FC236}">
                  <a16:creationId xmlns:a16="http://schemas.microsoft.com/office/drawing/2014/main" id="{328D192D-5DC7-A0FF-A0F1-302F9C29BF65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2" name="Hexagon 241">
              <a:extLst>
                <a:ext uri="{FF2B5EF4-FFF2-40B4-BE49-F238E27FC236}">
                  <a16:creationId xmlns:a16="http://schemas.microsoft.com/office/drawing/2014/main" id="{62395C9A-849C-65B4-9570-8D799A196D22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228B97E6-5F85-D277-820C-7E8709F9A7F4}"/>
              </a:ext>
            </a:extLst>
          </p:cNvPr>
          <p:cNvGrpSpPr/>
          <p:nvPr/>
        </p:nvGrpSpPr>
        <p:grpSpPr>
          <a:xfrm>
            <a:off x="5246130" y="10038698"/>
            <a:ext cx="3082412" cy="3232647"/>
            <a:chOff x="-993059" y="4741313"/>
            <a:chExt cx="3082412" cy="3232647"/>
          </a:xfrm>
        </p:grpSpPr>
        <p:sp>
          <p:nvSpPr>
            <p:cNvPr id="244" name="Hexagon 243">
              <a:extLst>
                <a:ext uri="{FF2B5EF4-FFF2-40B4-BE49-F238E27FC236}">
                  <a16:creationId xmlns:a16="http://schemas.microsoft.com/office/drawing/2014/main" id="{A63C033E-F21D-4776-1E6A-0FEE6989BB00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5" name="Hexagon 244">
              <a:extLst>
                <a:ext uri="{FF2B5EF4-FFF2-40B4-BE49-F238E27FC236}">
                  <a16:creationId xmlns:a16="http://schemas.microsoft.com/office/drawing/2014/main" id="{9FB6BC85-4F35-FE83-3695-17C68B5A0CEE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6" name="Hexagon 245">
              <a:extLst>
                <a:ext uri="{FF2B5EF4-FFF2-40B4-BE49-F238E27FC236}">
                  <a16:creationId xmlns:a16="http://schemas.microsoft.com/office/drawing/2014/main" id="{17B2BD80-49AA-0553-F27D-E500F2A4B0D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7" name="Hexagon 246">
              <a:extLst>
                <a:ext uri="{FF2B5EF4-FFF2-40B4-BE49-F238E27FC236}">
                  <a16:creationId xmlns:a16="http://schemas.microsoft.com/office/drawing/2014/main" id="{4FE59C88-0EEE-5BFA-A824-12FC278BAF74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8" name="Hexagon 247">
              <a:extLst>
                <a:ext uri="{FF2B5EF4-FFF2-40B4-BE49-F238E27FC236}">
                  <a16:creationId xmlns:a16="http://schemas.microsoft.com/office/drawing/2014/main" id="{C09D41F6-E358-8FCC-2211-B9D4C675F6B1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9" name="Hexagon 248">
              <a:extLst>
                <a:ext uri="{FF2B5EF4-FFF2-40B4-BE49-F238E27FC236}">
                  <a16:creationId xmlns:a16="http://schemas.microsoft.com/office/drawing/2014/main" id="{C4744143-B926-93AB-2423-6CDFEB4A37C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0" name="Hexagon 249">
              <a:extLst>
                <a:ext uri="{FF2B5EF4-FFF2-40B4-BE49-F238E27FC236}">
                  <a16:creationId xmlns:a16="http://schemas.microsoft.com/office/drawing/2014/main" id="{21CEFDD9-5574-8594-C139-FF2F21C5C52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D54617E-D75C-C453-1DF8-BB0A4CD2AF29}"/>
              </a:ext>
            </a:extLst>
          </p:cNvPr>
          <p:cNvGrpSpPr/>
          <p:nvPr/>
        </p:nvGrpSpPr>
        <p:grpSpPr>
          <a:xfrm>
            <a:off x="8255252" y="10660739"/>
            <a:ext cx="3082412" cy="3232647"/>
            <a:chOff x="-993059" y="4741313"/>
            <a:chExt cx="3082412" cy="3232647"/>
          </a:xfrm>
        </p:grpSpPr>
        <p:sp>
          <p:nvSpPr>
            <p:cNvPr id="252" name="Hexagon 251">
              <a:extLst>
                <a:ext uri="{FF2B5EF4-FFF2-40B4-BE49-F238E27FC236}">
                  <a16:creationId xmlns:a16="http://schemas.microsoft.com/office/drawing/2014/main" id="{FF24AA40-967F-BC72-033B-DDA444678B50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3" name="Hexagon 252">
              <a:extLst>
                <a:ext uri="{FF2B5EF4-FFF2-40B4-BE49-F238E27FC236}">
                  <a16:creationId xmlns:a16="http://schemas.microsoft.com/office/drawing/2014/main" id="{33BE59A9-E6C7-B878-2B02-DA5F25ED33A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4" name="Hexagon 253">
              <a:extLst>
                <a:ext uri="{FF2B5EF4-FFF2-40B4-BE49-F238E27FC236}">
                  <a16:creationId xmlns:a16="http://schemas.microsoft.com/office/drawing/2014/main" id="{48ADCF40-2065-8189-FFC2-9BCE33AD993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5" name="Hexagon 254">
              <a:extLst>
                <a:ext uri="{FF2B5EF4-FFF2-40B4-BE49-F238E27FC236}">
                  <a16:creationId xmlns:a16="http://schemas.microsoft.com/office/drawing/2014/main" id="{BE090A7D-37ED-6805-9B41-175DE3D5F0EF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6" name="Hexagon 255">
              <a:extLst>
                <a:ext uri="{FF2B5EF4-FFF2-40B4-BE49-F238E27FC236}">
                  <a16:creationId xmlns:a16="http://schemas.microsoft.com/office/drawing/2014/main" id="{EB328779-78BB-568D-55EC-2E86C89CF4D9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7" name="Hexagon 256">
              <a:extLst>
                <a:ext uri="{FF2B5EF4-FFF2-40B4-BE49-F238E27FC236}">
                  <a16:creationId xmlns:a16="http://schemas.microsoft.com/office/drawing/2014/main" id="{0B772F7A-4559-2BEA-286F-17294E87BF6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8" name="Hexagon 257">
              <a:extLst>
                <a:ext uri="{FF2B5EF4-FFF2-40B4-BE49-F238E27FC236}">
                  <a16:creationId xmlns:a16="http://schemas.microsoft.com/office/drawing/2014/main" id="{CDB0AF02-ADBD-ECBA-B39A-3C9E2EB2F80C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DA7E1D32-830D-931E-4CA8-85AC63DF26A8}"/>
              </a:ext>
            </a:extLst>
          </p:cNvPr>
          <p:cNvGrpSpPr/>
          <p:nvPr/>
        </p:nvGrpSpPr>
        <p:grpSpPr>
          <a:xfrm>
            <a:off x="10331313" y="8421392"/>
            <a:ext cx="3082412" cy="3232647"/>
            <a:chOff x="-993059" y="4741313"/>
            <a:chExt cx="3082412" cy="3232647"/>
          </a:xfrm>
        </p:grpSpPr>
        <p:sp>
          <p:nvSpPr>
            <p:cNvPr id="260" name="Hexagon 259">
              <a:extLst>
                <a:ext uri="{FF2B5EF4-FFF2-40B4-BE49-F238E27FC236}">
                  <a16:creationId xmlns:a16="http://schemas.microsoft.com/office/drawing/2014/main" id="{F9C90767-B263-B572-727B-57C9671A2A1A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1" name="Hexagon 260">
              <a:extLst>
                <a:ext uri="{FF2B5EF4-FFF2-40B4-BE49-F238E27FC236}">
                  <a16:creationId xmlns:a16="http://schemas.microsoft.com/office/drawing/2014/main" id="{58ADBE21-D927-FF31-7B6B-01ED6ADE778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2" name="Hexagon 261">
              <a:extLst>
                <a:ext uri="{FF2B5EF4-FFF2-40B4-BE49-F238E27FC236}">
                  <a16:creationId xmlns:a16="http://schemas.microsoft.com/office/drawing/2014/main" id="{41BD0512-118D-E77F-8105-148BE0AABEFE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3" name="Hexagon 262">
              <a:extLst>
                <a:ext uri="{FF2B5EF4-FFF2-40B4-BE49-F238E27FC236}">
                  <a16:creationId xmlns:a16="http://schemas.microsoft.com/office/drawing/2014/main" id="{55E4A795-B6D4-834C-9AE8-852130B30967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4" name="Hexagon 263">
              <a:extLst>
                <a:ext uri="{FF2B5EF4-FFF2-40B4-BE49-F238E27FC236}">
                  <a16:creationId xmlns:a16="http://schemas.microsoft.com/office/drawing/2014/main" id="{DDC2701E-FC97-29C2-65F0-424EB2E7C5C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5" name="Hexagon 264">
              <a:extLst>
                <a:ext uri="{FF2B5EF4-FFF2-40B4-BE49-F238E27FC236}">
                  <a16:creationId xmlns:a16="http://schemas.microsoft.com/office/drawing/2014/main" id="{4239B072-B3D5-5239-4561-7B20853BB3CC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6" name="Hexagon 265">
              <a:extLst>
                <a:ext uri="{FF2B5EF4-FFF2-40B4-BE49-F238E27FC236}">
                  <a16:creationId xmlns:a16="http://schemas.microsoft.com/office/drawing/2014/main" id="{6A99AAF5-8155-A3B2-1AE1-5B5414923F2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52BA42F-32DB-01D7-C775-B375C97FAF2D}"/>
              </a:ext>
            </a:extLst>
          </p:cNvPr>
          <p:cNvGrpSpPr/>
          <p:nvPr/>
        </p:nvGrpSpPr>
        <p:grpSpPr>
          <a:xfrm>
            <a:off x="-3851217" y="13125575"/>
            <a:ext cx="3082412" cy="3232647"/>
            <a:chOff x="-993059" y="4741313"/>
            <a:chExt cx="3082412" cy="3232647"/>
          </a:xfrm>
        </p:grpSpPr>
        <p:sp>
          <p:nvSpPr>
            <p:cNvPr id="268" name="Hexagon 267">
              <a:extLst>
                <a:ext uri="{FF2B5EF4-FFF2-40B4-BE49-F238E27FC236}">
                  <a16:creationId xmlns:a16="http://schemas.microsoft.com/office/drawing/2014/main" id="{CA711BA5-E028-D444-FEF5-377E36915BA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9" name="Hexagon 268">
              <a:extLst>
                <a:ext uri="{FF2B5EF4-FFF2-40B4-BE49-F238E27FC236}">
                  <a16:creationId xmlns:a16="http://schemas.microsoft.com/office/drawing/2014/main" id="{F7EC6596-D8F7-0EC6-F7B4-E7ECFAC0906A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4D60738B-8126-CEF4-9C2A-E10A79E00EF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225E7DC4-CFF7-A64D-1DE6-5C7EB0FB4AE2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2" name="Hexagon 271">
              <a:extLst>
                <a:ext uri="{FF2B5EF4-FFF2-40B4-BE49-F238E27FC236}">
                  <a16:creationId xmlns:a16="http://schemas.microsoft.com/office/drawing/2014/main" id="{C86F5A8E-4722-2858-E0C3-C0EA4D9556B9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3" name="Hexagon 272">
              <a:extLst>
                <a:ext uri="{FF2B5EF4-FFF2-40B4-BE49-F238E27FC236}">
                  <a16:creationId xmlns:a16="http://schemas.microsoft.com/office/drawing/2014/main" id="{DF3B5EB1-1335-2222-5382-B1D4DE6ECB9E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4" name="Hexagon 273">
              <a:extLst>
                <a:ext uri="{FF2B5EF4-FFF2-40B4-BE49-F238E27FC236}">
                  <a16:creationId xmlns:a16="http://schemas.microsoft.com/office/drawing/2014/main" id="{02288996-AACB-9EC2-4219-61896CAB0A51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74F0BD28-B16D-764F-6BC3-5947ABCE0315}"/>
              </a:ext>
            </a:extLst>
          </p:cNvPr>
          <p:cNvGrpSpPr/>
          <p:nvPr/>
        </p:nvGrpSpPr>
        <p:grpSpPr>
          <a:xfrm>
            <a:off x="1381701" y="13436596"/>
            <a:ext cx="3082412" cy="3232647"/>
            <a:chOff x="-993059" y="4741313"/>
            <a:chExt cx="3082412" cy="3232647"/>
          </a:xfrm>
        </p:grpSpPr>
        <p:sp>
          <p:nvSpPr>
            <p:cNvPr id="276" name="Hexagon 275">
              <a:extLst>
                <a:ext uri="{FF2B5EF4-FFF2-40B4-BE49-F238E27FC236}">
                  <a16:creationId xmlns:a16="http://schemas.microsoft.com/office/drawing/2014/main" id="{A770BB9C-4217-2280-4300-20EE127E06F3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7" name="Hexagon 276">
              <a:extLst>
                <a:ext uri="{FF2B5EF4-FFF2-40B4-BE49-F238E27FC236}">
                  <a16:creationId xmlns:a16="http://schemas.microsoft.com/office/drawing/2014/main" id="{353B4EFE-5F67-E8BE-736B-9709597B1BE9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8" name="Hexagon 277">
              <a:extLst>
                <a:ext uri="{FF2B5EF4-FFF2-40B4-BE49-F238E27FC236}">
                  <a16:creationId xmlns:a16="http://schemas.microsoft.com/office/drawing/2014/main" id="{89B229CB-FC0C-8AC8-654F-0ED9FEF6D434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9" name="Hexagon 278">
              <a:extLst>
                <a:ext uri="{FF2B5EF4-FFF2-40B4-BE49-F238E27FC236}">
                  <a16:creationId xmlns:a16="http://schemas.microsoft.com/office/drawing/2014/main" id="{EE198CC0-C0BD-A4A4-3C15-7543551DC750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0" name="Hexagon 279">
              <a:extLst>
                <a:ext uri="{FF2B5EF4-FFF2-40B4-BE49-F238E27FC236}">
                  <a16:creationId xmlns:a16="http://schemas.microsoft.com/office/drawing/2014/main" id="{4E40C209-0421-E102-BD10-96B67865D73C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1" name="Hexagon 280">
              <a:extLst>
                <a:ext uri="{FF2B5EF4-FFF2-40B4-BE49-F238E27FC236}">
                  <a16:creationId xmlns:a16="http://schemas.microsoft.com/office/drawing/2014/main" id="{4B6E5AA5-5ADE-4BBD-36A7-5F41B6FE46E1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2" name="Hexagon 281">
              <a:extLst>
                <a:ext uri="{FF2B5EF4-FFF2-40B4-BE49-F238E27FC236}">
                  <a16:creationId xmlns:a16="http://schemas.microsoft.com/office/drawing/2014/main" id="{E1C58494-070B-ABD8-0EEF-A7A203DE858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503C091D-31DA-CB2D-4D22-D5FD2E41F5C1}"/>
              </a:ext>
            </a:extLst>
          </p:cNvPr>
          <p:cNvGrpSpPr/>
          <p:nvPr/>
        </p:nvGrpSpPr>
        <p:grpSpPr>
          <a:xfrm>
            <a:off x="4289742" y="12814555"/>
            <a:ext cx="3082412" cy="3232647"/>
            <a:chOff x="-993059" y="4741313"/>
            <a:chExt cx="3082412" cy="3232647"/>
          </a:xfrm>
        </p:grpSpPr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3576EBDA-24ED-8C89-A3F4-5DF404D47A00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5" name="Hexagon 284">
              <a:extLst>
                <a:ext uri="{FF2B5EF4-FFF2-40B4-BE49-F238E27FC236}">
                  <a16:creationId xmlns:a16="http://schemas.microsoft.com/office/drawing/2014/main" id="{1A8A3351-E8DC-E194-B097-4C866B048470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6" name="Hexagon 285">
              <a:extLst>
                <a:ext uri="{FF2B5EF4-FFF2-40B4-BE49-F238E27FC236}">
                  <a16:creationId xmlns:a16="http://schemas.microsoft.com/office/drawing/2014/main" id="{A886B1C9-0B07-6826-82F8-4253EF1C352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7" name="Hexagon 286">
              <a:extLst>
                <a:ext uri="{FF2B5EF4-FFF2-40B4-BE49-F238E27FC236}">
                  <a16:creationId xmlns:a16="http://schemas.microsoft.com/office/drawing/2014/main" id="{44B7D600-C5EE-7C10-841E-B5985F98498D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8" name="Hexagon 287">
              <a:extLst>
                <a:ext uri="{FF2B5EF4-FFF2-40B4-BE49-F238E27FC236}">
                  <a16:creationId xmlns:a16="http://schemas.microsoft.com/office/drawing/2014/main" id="{AC1197E0-8C49-D474-DE59-99F9FBFF99A0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9" name="Hexagon 288">
              <a:extLst>
                <a:ext uri="{FF2B5EF4-FFF2-40B4-BE49-F238E27FC236}">
                  <a16:creationId xmlns:a16="http://schemas.microsoft.com/office/drawing/2014/main" id="{579EAC01-B96B-3D1B-B97B-ACE3ED610931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0" name="Hexagon 289">
              <a:extLst>
                <a:ext uri="{FF2B5EF4-FFF2-40B4-BE49-F238E27FC236}">
                  <a16:creationId xmlns:a16="http://schemas.microsoft.com/office/drawing/2014/main" id="{FF9C6515-FFE6-D336-0B8E-E00C9FA241A5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5EE60A1-4314-11E2-F2A6-9437B23C47EA}"/>
              </a:ext>
            </a:extLst>
          </p:cNvPr>
          <p:cNvGrpSpPr/>
          <p:nvPr/>
        </p:nvGrpSpPr>
        <p:grpSpPr>
          <a:xfrm>
            <a:off x="7283313" y="13436596"/>
            <a:ext cx="3082412" cy="3232647"/>
            <a:chOff x="-993059" y="4741313"/>
            <a:chExt cx="3082412" cy="3232647"/>
          </a:xfrm>
        </p:grpSpPr>
        <p:sp>
          <p:nvSpPr>
            <p:cNvPr id="292" name="Hexagon 291">
              <a:extLst>
                <a:ext uri="{FF2B5EF4-FFF2-40B4-BE49-F238E27FC236}">
                  <a16:creationId xmlns:a16="http://schemas.microsoft.com/office/drawing/2014/main" id="{90B9AB56-0765-C06F-C16F-8AEF209C588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3" name="Hexagon 292">
              <a:extLst>
                <a:ext uri="{FF2B5EF4-FFF2-40B4-BE49-F238E27FC236}">
                  <a16:creationId xmlns:a16="http://schemas.microsoft.com/office/drawing/2014/main" id="{2191D990-550F-93D3-8635-C14785083007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4" name="Hexagon 293">
              <a:extLst>
                <a:ext uri="{FF2B5EF4-FFF2-40B4-BE49-F238E27FC236}">
                  <a16:creationId xmlns:a16="http://schemas.microsoft.com/office/drawing/2014/main" id="{BA207D70-E65B-A83F-10A7-3071846952F2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5" name="Hexagon 294">
              <a:extLst>
                <a:ext uri="{FF2B5EF4-FFF2-40B4-BE49-F238E27FC236}">
                  <a16:creationId xmlns:a16="http://schemas.microsoft.com/office/drawing/2014/main" id="{41F6EF7A-0935-B654-2F63-30434F7259A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6" name="Hexagon 295">
              <a:extLst>
                <a:ext uri="{FF2B5EF4-FFF2-40B4-BE49-F238E27FC236}">
                  <a16:creationId xmlns:a16="http://schemas.microsoft.com/office/drawing/2014/main" id="{5AC412C8-DFDA-1F80-2615-734A1987D80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7" name="Hexagon 296">
              <a:extLst>
                <a:ext uri="{FF2B5EF4-FFF2-40B4-BE49-F238E27FC236}">
                  <a16:creationId xmlns:a16="http://schemas.microsoft.com/office/drawing/2014/main" id="{77358B5C-FA80-0FC3-E705-3332C3F6329B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8" name="Hexagon 297">
              <a:extLst>
                <a:ext uri="{FF2B5EF4-FFF2-40B4-BE49-F238E27FC236}">
                  <a16:creationId xmlns:a16="http://schemas.microsoft.com/office/drawing/2014/main" id="{4C4BA813-9E69-C45D-BB6F-847B1FC877E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00" name="Hexagon 299">
            <a:extLst>
              <a:ext uri="{FF2B5EF4-FFF2-40B4-BE49-F238E27FC236}">
                <a16:creationId xmlns:a16="http://schemas.microsoft.com/office/drawing/2014/main" id="{812BDF1E-09D4-684D-3307-BD4928DFE06C}"/>
              </a:ext>
            </a:extLst>
          </p:cNvPr>
          <p:cNvSpPr/>
          <p:nvPr/>
        </p:nvSpPr>
        <p:spPr>
          <a:xfrm>
            <a:off x="2200469" y="7891681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2" name="Hexagon 301">
            <a:extLst>
              <a:ext uri="{FF2B5EF4-FFF2-40B4-BE49-F238E27FC236}">
                <a16:creationId xmlns:a16="http://schemas.microsoft.com/office/drawing/2014/main" id="{BD5E09CC-446F-FA55-0D94-F3727A6EDCDC}"/>
              </a:ext>
            </a:extLst>
          </p:cNvPr>
          <p:cNvSpPr/>
          <p:nvPr/>
        </p:nvSpPr>
        <p:spPr>
          <a:xfrm>
            <a:off x="6220408" y="894915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4" name="Hexagon 303">
            <a:extLst>
              <a:ext uri="{FF2B5EF4-FFF2-40B4-BE49-F238E27FC236}">
                <a16:creationId xmlns:a16="http://schemas.microsoft.com/office/drawing/2014/main" id="{0A829FAB-DD82-E4D2-6FBF-FEC21AC3B600}"/>
              </a:ext>
            </a:extLst>
          </p:cNvPr>
          <p:cNvSpPr/>
          <p:nvPr/>
        </p:nvSpPr>
        <p:spPr>
          <a:xfrm>
            <a:off x="-751899" y="10874880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6" name="Hexagon 305">
            <a:extLst>
              <a:ext uri="{FF2B5EF4-FFF2-40B4-BE49-F238E27FC236}">
                <a16:creationId xmlns:a16="http://schemas.microsoft.com/office/drawing/2014/main" id="{21065997-9D88-EB2F-B112-C6529D5A230D}"/>
              </a:ext>
            </a:extLst>
          </p:cNvPr>
          <p:cNvSpPr/>
          <p:nvPr/>
        </p:nvSpPr>
        <p:spPr>
          <a:xfrm>
            <a:off x="-1749490" y="11351783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8" name="Hexagon 307">
            <a:extLst>
              <a:ext uri="{FF2B5EF4-FFF2-40B4-BE49-F238E27FC236}">
                <a16:creationId xmlns:a16="http://schemas.microsoft.com/office/drawing/2014/main" id="{0CA3BBD9-1740-3AF2-168D-86390A19F3F5}"/>
              </a:ext>
            </a:extLst>
          </p:cNvPr>
          <p:cNvSpPr/>
          <p:nvPr/>
        </p:nvSpPr>
        <p:spPr>
          <a:xfrm>
            <a:off x="-1819469" y="12650293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0" name="Hexagon 309">
            <a:extLst>
              <a:ext uri="{FF2B5EF4-FFF2-40B4-BE49-F238E27FC236}">
                <a16:creationId xmlns:a16="http://schemas.microsoft.com/office/drawing/2014/main" id="{569385F2-87D9-AD19-9C65-710CC7ABF959}"/>
              </a:ext>
            </a:extLst>
          </p:cNvPr>
          <p:cNvSpPr/>
          <p:nvPr/>
        </p:nvSpPr>
        <p:spPr>
          <a:xfrm>
            <a:off x="7285653" y="12945762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Hexagon 311">
            <a:extLst>
              <a:ext uri="{FF2B5EF4-FFF2-40B4-BE49-F238E27FC236}">
                <a16:creationId xmlns:a16="http://schemas.microsoft.com/office/drawing/2014/main" id="{341405F7-8262-0560-DD5A-A922A2270F0F}"/>
              </a:ext>
            </a:extLst>
          </p:cNvPr>
          <p:cNvSpPr/>
          <p:nvPr/>
        </p:nvSpPr>
        <p:spPr>
          <a:xfrm>
            <a:off x="-769776" y="14267599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4" name="Hexagon 313">
            <a:extLst>
              <a:ext uri="{FF2B5EF4-FFF2-40B4-BE49-F238E27FC236}">
                <a16:creationId xmlns:a16="http://schemas.microsoft.com/office/drawing/2014/main" id="{F29445E1-7074-85DE-DBF0-68502E967A13}"/>
              </a:ext>
            </a:extLst>
          </p:cNvPr>
          <p:cNvSpPr/>
          <p:nvPr/>
        </p:nvSpPr>
        <p:spPr>
          <a:xfrm>
            <a:off x="295469" y="14741905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CC7B900C-33B6-7D8E-48AE-FF01BF11BD9B}"/>
              </a:ext>
            </a:extLst>
          </p:cNvPr>
          <p:cNvGrpSpPr/>
          <p:nvPr/>
        </p:nvGrpSpPr>
        <p:grpSpPr>
          <a:xfrm>
            <a:off x="11334354" y="11329433"/>
            <a:ext cx="3082412" cy="3232647"/>
            <a:chOff x="-993059" y="4741313"/>
            <a:chExt cx="3082412" cy="3232647"/>
          </a:xfrm>
        </p:grpSpPr>
        <p:sp>
          <p:nvSpPr>
            <p:cNvPr id="316" name="Hexagon 315">
              <a:extLst>
                <a:ext uri="{FF2B5EF4-FFF2-40B4-BE49-F238E27FC236}">
                  <a16:creationId xmlns:a16="http://schemas.microsoft.com/office/drawing/2014/main" id="{7DD9163C-298B-23D2-5357-10F397B4631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7" name="Hexagon 316">
              <a:extLst>
                <a:ext uri="{FF2B5EF4-FFF2-40B4-BE49-F238E27FC236}">
                  <a16:creationId xmlns:a16="http://schemas.microsoft.com/office/drawing/2014/main" id="{64E9DD3A-351F-863A-0A03-2E7D109A51CD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8" name="Hexagon 317">
              <a:extLst>
                <a:ext uri="{FF2B5EF4-FFF2-40B4-BE49-F238E27FC236}">
                  <a16:creationId xmlns:a16="http://schemas.microsoft.com/office/drawing/2014/main" id="{69EFF8A0-5BB8-1172-5DC3-5084F87F4025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9" name="Hexagon 318">
              <a:extLst>
                <a:ext uri="{FF2B5EF4-FFF2-40B4-BE49-F238E27FC236}">
                  <a16:creationId xmlns:a16="http://schemas.microsoft.com/office/drawing/2014/main" id="{51295BF6-1E37-EBE2-6E1B-F270CD94C960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0" name="Hexagon 319">
              <a:extLst>
                <a:ext uri="{FF2B5EF4-FFF2-40B4-BE49-F238E27FC236}">
                  <a16:creationId xmlns:a16="http://schemas.microsoft.com/office/drawing/2014/main" id="{270E027E-579F-9101-28D3-3C04D075AC54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1" name="Hexagon 320">
              <a:extLst>
                <a:ext uri="{FF2B5EF4-FFF2-40B4-BE49-F238E27FC236}">
                  <a16:creationId xmlns:a16="http://schemas.microsoft.com/office/drawing/2014/main" id="{46BFEC72-43FD-1C93-B0A8-7D232AA6095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2" name="Hexagon 321">
              <a:extLst>
                <a:ext uri="{FF2B5EF4-FFF2-40B4-BE49-F238E27FC236}">
                  <a16:creationId xmlns:a16="http://schemas.microsoft.com/office/drawing/2014/main" id="{FCCBF1D3-120C-0E30-4F0E-67C2ED19D12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DCC61996-DFF9-7A97-16FF-093407E4EEA7}"/>
              </a:ext>
            </a:extLst>
          </p:cNvPr>
          <p:cNvGrpSpPr/>
          <p:nvPr/>
        </p:nvGrpSpPr>
        <p:grpSpPr>
          <a:xfrm>
            <a:off x="9304946" y="13421045"/>
            <a:ext cx="3082412" cy="3232647"/>
            <a:chOff x="-993059" y="4741313"/>
            <a:chExt cx="3082412" cy="3232647"/>
          </a:xfrm>
        </p:grpSpPr>
        <p:sp>
          <p:nvSpPr>
            <p:cNvPr id="324" name="Hexagon 323">
              <a:extLst>
                <a:ext uri="{FF2B5EF4-FFF2-40B4-BE49-F238E27FC236}">
                  <a16:creationId xmlns:a16="http://schemas.microsoft.com/office/drawing/2014/main" id="{73C73858-8CA4-943B-9B96-2700328E30F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5" name="Hexagon 324">
              <a:extLst>
                <a:ext uri="{FF2B5EF4-FFF2-40B4-BE49-F238E27FC236}">
                  <a16:creationId xmlns:a16="http://schemas.microsoft.com/office/drawing/2014/main" id="{BFCEE2E5-E110-C001-DA99-1A703C1F8C8A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6" name="Hexagon 325">
              <a:extLst>
                <a:ext uri="{FF2B5EF4-FFF2-40B4-BE49-F238E27FC236}">
                  <a16:creationId xmlns:a16="http://schemas.microsoft.com/office/drawing/2014/main" id="{9BED5BD2-2EEB-F691-A1BA-3E52D8C2B377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7" name="Hexagon 326">
              <a:extLst>
                <a:ext uri="{FF2B5EF4-FFF2-40B4-BE49-F238E27FC236}">
                  <a16:creationId xmlns:a16="http://schemas.microsoft.com/office/drawing/2014/main" id="{203E1AC1-4DD3-3526-0A12-155DB0D6BEC2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8" name="Hexagon 327">
              <a:extLst>
                <a:ext uri="{FF2B5EF4-FFF2-40B4-BE49-F238E27FC236}">
                  <a16:creationId xmlns:a16="http://schemas.microsoft.com/office/drawing/2014/main" id="{4C24253A-D9CA-0625-5744-B5DDC610E830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9" name="Hexagon 328">
              <a:extLst>
                <a:ext uri="{FF2B5EF4-FFF2-40B4-BE49-F238E27FC236}">
                  <a16:creationId xmlns:a16="http://schemas.microsoft.com/office/drawing/2014/main" id="{49D233C2-4022-2B05-A876-6F42A4C32798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0" name="Hexagon 329">
              <a:extLst>
                <a:ext uri="{FF2B5EF4-FFF2-40B4-BE49-F238E27FC236}">
                  <a16:creationId xmlns:a16="http://schemas.microsoft.com/office/drawing/2014/main" id="{45139609-1BE0-22B0-0644-D5AB50CCB4B7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" name="Hexagon 2">
            <a:extLst>
              <a:ext uri="{FF2B5EF4-FFF2-40B4-BE49-F238E27FC236}">
                <a16:creationId xmlns:a16="http://schemas.microsoft.com/office/drawing/2014/main" id="{02B5F110-4EB3-85AB-42A4-8D0752D14DA3}"/>
              </a:ext>
            </a:extLst>
          </p:cNvPr>
          <p:cNvSpPr/>
          <p:nvPr/>
        </p:nvSpPr>
        <p:spPr>
          <a:xfrm>
            <a:off x="30316" y="3445"/>
            <a:ext cx="4560863" cy="4085772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43238-0624-8625-FE70-FF5A5572ACC8}"/>
              </a:ext>
            </a:extLst>
          </p:cNvPr>
          <p:cNvSpPr txBox="1"/>
          <p:nvPr/>
        </p:nvSpPr>
        <p:spPr>
          <a:xfrm>
            <a:off x="319613" y="1730238"/>
            <a:ext cx="39540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/>
              <a:t>Embedded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91770D83-9D81-8DB0-9C3F-D1CEAD4D7AAC}"/>
              </a:ext>
            </a:extLst>
          </p:cNvPr>
          <p:cNvSpPr/>
          <p:nvPr/>
        </p:nvSpPr>
        <p:spPr>
          <a:xfrm>
            <a:off x="7765137" y="4011773"/>
            <a:ext cx="4560863" cy="4085772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A2932-3475-E124-47AD-1B69A851F7A1}"/>
              </a:ext>
            </a:extLst>
          </p:cNvPr>
          <p:cNvSpPr txBox="1"/>
          <p:nvPr/>
        </p:nvSpPr>
        <p:spPr>
          <a:xfrm>
            <a:off x="8033558" y="5738566"/>
            <a:ext cx="39540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/>
              <a:t>C++</a:t>
            </a:r>
            <a:endParaRPr lang="en-US" sz="4800" b="1" dirty="0"/>
          </a:p>
        </p:txBody>
      </p:sp>
      <p:pic>
        <p:nvPicPr>
          <p:cNvPr id="8" name="Picture 7" descr="A cartoon of a beaver&#10;&#10;AI-generated content may be incorrect.">
            <a:extLst>
              <a:ext uri="{FF2B5EF4-FFF2-40B4-BE49-F238E27FC236}">
                <a16:creationId xmlns:a16="http://schemas.microsoft.com/office/drawing/2014/main" id="{88267566-AADC-67A2-6EF2-4A77F1C2E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88" y="4096010"/>
            <a:ext cx="3750632" cy="302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37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F2F87B2-19BE-3827-133D-A291CDABB898}"/>
              </a:ext>
            </a:extLst>
          </p:cNvPr>
          <p:cNvGrpSpPr/>
          <p:nvPr/>
        </p:nvGrpSpPr>
        <p:grpSpPr>
          <a:xfrm>
            <a:off x="-1075360" y="1159065"/>
            <a:ext cx="3082412" cy="3232647"/>
            <a:chOff x="-993059" y="4741313"/>
            <a:chExt cx="3082412" cy="3232647"/>
          </a:xfrm>
        </p:grpSpPr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11D77B99-870D-A144-3606-F0E3600684F2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FC57B0B6-9083-2FE8-6FF8-7136683C7D71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783F3AA0-36D7-4D74-B5FE-842342F88BB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5B747BCE-8AE6-C2C8-C4B5-6E632EC28C45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D90CDE5F-946E-EDC0-5B63-9F0CCB5B060B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B9E8B62D-CA88-FB5F-EE61-A7BCCEB6A11C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F35EDED5-DE2C-D034-143B-C7C63BAC8962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FA32D60-BA9B-81A5-24EB-65451A5C7740}"/>
              </a:ext>
            </a:extLst>
          </p:cNvPr>
          <p:cNvGrpSpPr/>
          <p:nvPr/>
        </p:nvGrpSpPr>
        <p:grpSpPr>
          <a:xfrm>
            <a:off x="821864" y="-1251343"/>
            <a:ext cx="3082412" cy="3232647"/>
            <a:chOff x="-993059" y="4741313"/>
            <a:chExt cx="3082412" cy="3232647"/>
          </a:xfrm>
        </p:grpSpPr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C9106EF0-0646-9DF4-EF92-F3F1E6AECE1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AE9A359B-0F4E-249C-1431-FEA936C594D7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C7ADF589-0B59-DB48-5EE7-0B2DDA59A2D9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5D70A02E-F711-AC43-F3F0-FF8DF0D5752B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70FBB228-A355-1A58-258A-B56946BC066E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C1CAAA9A-72DA-DB65-F3B9-6991E6CFE5A8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BFF3112F-E69B-0FCE-7DF6-0583E96568C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C2B663-8700-D1E9-9DF5-DE6E1739DE7E}"/>
              </a:ext>
            </a:extLst>
          </p:cNvPr>
          <p:cNvGrpSpPr/>
          <p:nvPr/>
        </p:nvGrpSpPr>
        <p:grpSpPr>
          <a:xfrm>
            <a:off x="3900966" y="-699282"/>
            <a:ext cx="3082412" cy="3232647"/>
            <a:chOff x="-993059" y="4741313"/>
            <a:chExt cx="3082412" cy="3232647"/>
          </a:xfrm>
        </p:grpSpPr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538C7D9E-1F3B-F7E5-E08B-D80E1EE017E1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5D131814-6BD9-EA2C-0D81-2C9CC8266C5D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BA136B11-750D-963C-A5C4-692FF3C527D5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0CB24D13-8A66-555F-D186-E0EF7A36EFB5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B33E797F-E3A2-6C39-F013-713F1A519639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FE853DEE-6388-6AB1-40E7-6C4EC111A33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92D84BCA-8793-B692-EBF7-9F36104DE826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31DAC6-4FC3-88C1-ECFA-5E7E10512EF7}"/>
              </a:ext>
            </a:extLst>
          </p:cNvPr>
          <p:cNvGrpSpPr/>
          <p:nvPr/>
        </p:nvGrpSpPr>
        <p:grpSpPr>
          <a:xfrm>
            <a:off x="6980068" y="-1251343"/>
            <a:ext cx="3082412" cy="3232647"/>
            <a:chOff x="-993059" y="4741313"/>
            <a:chExt cx="3082412" cy="3232647"/>
          </a:xfrm>
        </p:grpSpPr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6A8A5016-920A-E475-C18A-9DBA22695EE7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1E471EBF-F1EB-653F-E105-302BE607D1E4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3231F1CB-6D65-D811-7C25-60759068B26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57FB9B1E-8FC6-8536-7F92-55503CC69B5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338B5F35-5DE8-CCAA-6E71-CD5D14E3D9E8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8E0C3780-E2DA-DA41-77FE-CB58850A9F3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8BFB7EA1-1654-E1F3-9A09-163E1B495FF6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D7782D6-8042-7217-C9BE-03AAE09D5413}"/>
              </a:ext>
            </a:extLst>
          </p:cNvPr>
          <p:cNvGrpSpPr/>
          <p:nvPr/>
        </p:nvGrpSpPr>
        <p:grpSpPr>
          <a:xfrm>
            <a:off x="10059170" y="-699282"/>
            <a:ext cx="3082412" cy="3232647"/>
            <a:chOff x="-993059" y="4741313"/>
            <a:chExt cx="3082412" cy="3232647"/>
          </a:xfrm>
        </p:grpSpPr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271AB23A-3070-05D4-48B4-93C28664C4E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D2D52DE6-D08C-DB9B-C32C-0733A16A78C8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9" name="Hexagon 48">
              <a:extLst>
                <a:ext uri="{FF2B5EF4-FFF2-40B4-BE49-F238E27FC236}">
                  <a16:creationId xmlns:a16="http://schemas.microsoft.com/office/drawing/2014/main" id="{BE9F2599-B608-5EC0-66C8-96C7AB7FD6F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7D7DD96E-7BC9-366C-5972-6A9AF13D6CC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A82539A7-FB5E-4D9D-C39F-C332AAD5B15D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87D63C79-AC6A-FA53-57C7-FE6E6A5FDB2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Hexagon 52">
              <a:extLst>
                <a:ext uri="{FF2B5EF4-FFF2-40B4-BE49-F238E27FC236}">
                  <a16:creationId xmlns:a16="http://schemas.microsoft.com/office/drawing/2014/main" id="{ED0A7B62-D737-9E58-3712-33A518E4C7C9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FD53BCF-3660-BD9D-1371-2CC2B07438E5}"/>
              </a:ext>
            </a:extLst>
          </p:cNvPr>
          <p:cNvGrpSpPr/>
          <p:nvPr/>
        </p:nvGrpSpPr>
        <p:grpSpPr>
          <a:xfrm>
            <a:off x="11124415" y="2131004"/>
            <a:ext cx="3082412" cy="3232647"/>
            <a:chOff x="-993059" y="4741313"/>
            <a:chExt cx="3082412" cy="3232647"/>
          </a:xfrm>
        </p:grpSpPr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74187671-8988-B11C-A594-CAB96FBAD6DD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B23B990D-C905-ECAA-911D-BE1BABF6ED71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6A4600F6-8818-0C55-7AC8-26EB6805B84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B3B986FB-787D-71C0-1579-6300D94C421D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D5CB3E8C-7389-96F7-69AC-14E0B48F4A49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Hexagon 60">
              <a:extLst>
                <a:ext uri="{FF2B5EF4-FFF2-40B4-BE49-F238E27FC236}">
                  <a16:creationId xmlns:a16="http://schemas.microsoft.com/office/drawing/2014/main" id="{40044BA2-27E0-BC6C-E514-D250986A7D5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Hexagon 61">
              <a:extLst>
                <a:ext uri="{FF2B5EF4-FFF2-40B4-BE49-F238E27FC236}">
                  <a16:creationId xmlns:a16="http://schemas.microsoft.com/office/drawing/2014/main" id="{AEAAE148-A98A-B5AC-500C-D00C30C0FAA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90CE760-69C7-773E-49EC-6FEB01F5EE68}"/>
              </a:ext>
            </a:extLst>
          </p:cNvPr>
          <p:cNvGrpSpPr/>
          <p:nvPr/>
        </p:nvGrpSpPr>
        <p:grpSpPr>
          <a:xfrm>
            <a:off x="-2101727" y="-1834506"/>
            <a:ext cx="3082412" cy="3232647"/>
            <a:chOff x="-993059" y="4741313"/>
            <a:chExt cx="3082412" cy="3232647"/>
          </a:xfrm>
        </p:grpSpPr>
        <p:sp>
          <p:nvSpPr>
            <p:cNvPr id="65" name="Hexagon 64">
              <a:extLst>
                <a:ext uri="{FF2B5EF4-FFF2-40B4-BE49-F238E27FC236}">
                  <a16:creationId xmlns:a16="http://schemas.microsoft.com/office/drawing/2014/main" id="{0543FEC0-685D-A8D7-B033-A78C9B3A3F5A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CCAC33C1-DCAB-AAF5-AA5C-15701C9E4B17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4EC9FB5A-9848-F829-E199-7F11E63C20A5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52E84284-D88C-A8BF-0B0F-60E9B2F01CF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F103C477-9EA9-C64B-7188-B2565457A40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0" name="Hexagon 69">
              <a:extLst>
                <a:ext uri="{FF2B5EF4-FFF2-40B4-BE49-F238E27FC236}">
                  <a16:creationId xmlns:a16="http://schemas.microsoft.com/office/drawing/2014/main" id="{ADD2C825-A05E-E665-B586-DDA5D165DF63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235CF3F3-4B31-06DF-272D-32854EB2ADD9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250D866-5299-9CEC-504C-0250A4D83B53}"/>
              </a:ext>
            </a:extLst>
          </p:cNvPr>
          <p:cNvGrpSpPr/>
          <p:nvPr/>
        </p:nvGrpSpPr>
        <p:grpSpPr>
          <a:xfrm>
            <a:off x="9110558" y="-3622874"/>
            <a:ext cx="3082412" cy="3232647"/>
            <a:chOff x="-993059" y="4741313"/>
            <a:chExt cx="3082412" cy="3232647"/>
          </a:xfrm>
        </p:grpSpPr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3D4AAE49-807D-9877-1C38-5B41038ABC93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E3A40048-4F84-A906-C78A-5C0D74491DA2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538315C2-9C98-31C9-4FAB-E11C9D29015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B41ED745-543C-0C65-5880-A5CC2AE61A7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7E2653FE-4D4C-5FA8-1759-FBEEE0D1B29D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6DD946DE-3A25-E08E-6281-F93C7375F7E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FE522FCE-E707-17FE-1923-B5D4A9BC4A65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986600E-D0DD-C731-B76F-583FA7F63528}"/>
              </a:ext>
            </a:extLst>
          </p:cNvPr>
          <p:cNvGrpSpPr/>
          <p:nvPr/>
        </p:nvGrpSpPr>
        <p:grpSpPr>
          <a:xfrm>
            <a:off x="2921252" y="-3622874"/>
            <a:ext cx="3082412" cy="3232647"/>
            <a:chOff x="-993059" y="4741313"/>
            <a:chExt cx="3082412" cy="3232647"/>
          </a:xfrm>
        </p:grpSpPr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9A9AE7F9-AF3D-1361-820C-195BD25235E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93AC106A-4B0A-9E09-C236-AF746CC68968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DD9952E5-6753-2773-8D03-31601A77C73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F0BFCA90-8B21-743B-7987-5FADC106BD53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4BC111D2-B5B7-628F-50CD-27B5EAEB192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C8FAD0C2-FCEB-8D09-181D-769D9B121FE7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D3FB040C-C29B-E79A-435C-F9EF081A324A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5" name="Hexagon 4">
            <a:extLst>
              <a:ext uri="{FF2B5EF4-FFF2-40B4-BE49-F238E27FC236}">
                <a16:creationId xmlns:a16="http://schemas.microsoft.com/office/drawing/2014/main" id="{20F38433-EA5A-6291-C461-A575492842F0}"/>
              </a:ext>
            </a:extLst>
          </p:cNvPr>
          <p:cNvSpPr/>
          <p:nvPr/>
        </p:nvSpPr>
        <p:spPr>
          <a:xfrm>
            <a:off x="-1075394" y="1398592"/>
            <a:ext cx="14326902" cy="10547220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E2884BB-0BC7-306A-E797-9D3E6C42BEFA}"/>
              </a:ext>
            </a:extLst>
          </p:cNvPr>
          <p:cNvSpPr/>
          <p:nvPr/>
        </p:nvSpPr>
        <p:spPr>
          <a:xfrm>
            <a:off x="-565801" y="1802921"/>
            <a:ext cx="13129474" cy="9520854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1B262-2DE1-88AD-80A0-E0537CF7F214}"/>
              </a:ext>
            </a:extLst>
          </p:cNvPr>
          <p:cNvSpPr txBox="1"/>
          <p:nvPr/>
        </p:nvSpPr>
        <p:spPr>
          <a:xfrm>
            <a:off x="2626451" y="1982012"/>
            <a:ext cx="693322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dirty="0" err="1">
                <a:solidFill>
                  <a:srgbClr val="FFFFFF"/>
                </a:solidFill>
                <a:latin typeface="PT Mono"/>
              </a:rPr>
              <a:t>Процес</a:t>
            </a:r>
            <a:r>
              <a:rPr lang="en-US" sz="5400" dirty="0">
                <a:solidFill>
                  <a:srgbClr val="FFFFFF"/>
                </a:solidFill>
                <a:latin typeface="PT Mono"/>
              </a:rPr>
              <a:t> </a:t>
            </a:r>
            <a:r>
              <a:rPr lang="en-US" sz="5400" dirty="0" err="1">
                <a:solidFill>
                  <a:srgbClr val="FFFFFF"/>
                </a:solidFill>
                <a:latin typeface="PT Mono"/>
              </a:rPr>
              <a:t>на</a:t>
            </a:r>
            <a:r>
              <a:rPr lang="en-US" sz="5400" dirty="0">
                <a:solidFill>
                  <a:srgbClr val="FFFFFF"/>
                </a:solidFill>
                <a:latin typeface="PT Mono"/>
              </a:rPr>
              <a:t> </a:t>
            </a:r>
            <a:r>
              <a:rPr lang="en-US" sz="5400" dirty="0" err="1">
                <a:solidFill>
                  <a:srgbClr val="FFFFFF"/>
                </a:solidFill>
                <a:latin typeface="PT Mono"/>
              </a:rPr>
              <a:t>работа</a:t>
            </a:r>
            <a:endParaRPr lang="en-US" sz="5400">
              <a:latin typeface="PT Mono"/>
            </a:endParaRPr>
          </a:p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4FD81-4CCB-F268-ABB0-0F76AA73D496}"/>
              </a:ext>
            </a:extLst>
          </p:cNvPr>
          <p:cNvSpPr txBox="1"/>
          <p:nvPr/>
        </p:nvSpPr>
        <p:spPr>
          <a:xfrm>
            <a:off x="2357038" y="3105185"/>
            <a:ext cx="785799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Мислене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на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идеи</a:t>
            </a:r>
          </a:p>
          <a:p>
            <a:pPr marL="685800" indent="-685800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Правене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на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 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скици</a:t>
            </a:r>
            <a:endParaRPr lang="en-US" sz="4800" dirty="0">
              <a:solidFill>
                <a:srgbClr val="FFFFFF"/>
              </a:solidFill>
              <a:latin typeface="PT Mono"/>
            </a:endParaRPr>
          </a:p>
          <a:p>
            <a:pPr marL="685800" indent="-685800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Започване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с 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малки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части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от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 hardware-a</a:t>
            </a:r>
          </a:p>
          <a:p>
            <a:pPr marL="685800" indent="-685800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Почване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на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ко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д</a:t>
            </a:r>
          </a:p>
          <a:p>
            <a:pPr marL="685800" indent="-685800">
              <a:buFont typeface="Arial"/>
              <a:buChar char="•"/>
            </a:pPr>
            <a:endParaRPr lang="en-US" sz="4800" dirty="0">
              <a:solidFill>
                <a:srgbClr val="FFFFFF"/>
              </a:solidFill>
              <a:latin typeface="PT Mono"/>
            </a:endParaRPr>
          </a:p>
        </p:txBody>
      </p:sp>
    </p:spTree>
    <p:extLst>
      <p:ext uri="{BB962C8B-B14F-4D97-AF65-F5344CB8AC3E}">
        <p14:creationId xmlns:p14="http://schemas.microsoft.com/office/powerpoint/2010/main" val="393167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994F3-8717-AEC7-0F51-0477B235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0238E99-5408-02DF-88D6-9A25049A4E2B}"/>
              </a:ext>
            </a:extLst>
          </p:cNvPr>
          <p:cNvGrpSpPr/>
          <p:nvPr/>
        </p:nvGrpSpPr>
        <p:grpSpPr>
          <a:xfrm>
            <a:off x="-727670" y="1065759"/>
            <a:ext cx="2089355" cy="3232647"/>
            <a:chOff x="-2" y="4741313"/>
            <a:chExt cx="2089355" cy="3232647"/>
          </a:xfrm>
        </p:grpSpPr>
        <p:sp>
          <p:nvSpPr>
            <p:cNvPr id="4" name="Hexagon 3">
              <a:extLst>
                <a:ext uri="{FF2B5EF4-FFF2-40B4-BE49-F238E27FC236}">
                  <a16:creationId xmlns:a16="http://schemas.microsoft.com/office/drawing/2014/main" id="{992BE56B-64A0-EE70-1D5C-059124F10EEB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439779FD-9B0C-A859-487D-DF308851775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3731157A-4812-6255-4842-D27F92475C4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Hexagon 8">
              <a:extLst>
                <a:ext uri="{FF2B5EF4-FFF2-40B4-BE49-F238E27FC236}">
                  <a16:creationId xmlns:a16="http://schemas.microsoft.com/office/drawing/2014/main" id="{36E884CB-B5C8-590D-EA49-DB43014A0AB4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Hexagon 10">
              <a:extLst>
                <a:ext uri="{FF2B5EF4-FFF2-40B4-BE49-F238E27FC236}">
                  <a16:creationId xmlns:a16="http://schemas.microsoft.com/office/drawing/2014/main" id="{89A56468-F9B0-2EAA-C17F-A43AA1DC2ACD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B56EC-57F3-5847-D548-24A3BD7F775C}"/>
              </a:ext>
            </a:extLst>
          </p:cNvPr>
          <p:cNvGrpSpPr/>
          <p:nvPr/>
        </p:nvGrpSpPr>
        <p:grpSpPr>
          <a:xfrm>
            <a:off x="269803" y="3429514"/>
            <a:ext cx="3082412" cy="3232647"/>
            <a:chOff x="-993059" y="4741313"/>
            <a:chExt cx="3082412" cy="3232647"/>
          </a:xfrm>
        </p:grpSpPr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84088C33-9931-DB0E-23C4-11125F3F82BA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A6FA4C73-A0B3-ACCF-1115-57A94DB43E4B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63C0E76B-E738-87E0-EE4B-1F54EE3E824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13310251-D119-B0C6-54D2-30CF6C3C081C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6F47FE83-23FB-9BE9-CFB9-765E59D731E8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3A4C41A6-060F-4912-1DE5-483888E9BE5B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E2F7286F-FAE1-C90D-A4A6-A966F50490AF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673C42-EB23-D6EB-EF99-678139649F73}"/>
              </a:ext>
            </a:extLst>
          </p:cNvPr>
          <p:cNvGrpSpPr/>
          <p:nvPr/>
        </p:nvGrpSpPr>
        <p:grpSpPr>
          <a:xfrm>
            <a:off x="3348905" y="3997126"/>
            <a:ext cx="3082412" cy="3232647"/>
            <a:chOff x="-993059" y="4741313"/>
            <a:chExt cx="3082412" cy="3232647"/>
          </a:xfrm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B13F9C87-B892-C41B-6BA3-90AD5DD559AC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BC56DCA5-E3CA-F953-6F13-B8764BCBE3F8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ECE78189-67B6-EEDD-44AD-9546651004DB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B1B11597-227B-1141-4CDB-BA948935FE6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571D017B-D0F5-2CA7-3289-517BD001A6E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Hexagon 27">
              <a:extLst>
                <a:ext uri="{FF2B5EF4-FFF2-40B4-BE49-F238E27FC236}">
                  <a16:creationId xmlns:a16="http://schemas.microsoft.com/office/drawing/2014/main" id="{6AACF717-06D8-38AB-733D-45D13643BA25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E8007D4F-F595-2B9A-7C1B-D15E382B320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9507C6A-1727-32E5-B962-3820787B146A}"/>
              </a:ext>
            </a:extLst>
          </p:cNvPr>
          <p:cNvGrpSpPr/>
          <p:nvPr/>
        </p:nvGrpSpPr>
        <p:grpSpPr>
          <a:xfrm>
            <a:off x="6428007" y="3623902"/>
            <a:ext cx="3082412" cy="3232647"/>
            <a:chOff x="-993059" y="4741313"/>
            <a:chExt cx="3082412" cy="3232647"/>
          </a:xfrm>
        </p:grpSpPr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69A6E40D-C4F9-D2F2-BEA4-0BA32B647639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394A12E6-16A7-1AE1-2D22-508067F5BE7D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0E1B914F-F4A7-75F2-9493-92F6703F4DE7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5204F9EF-6FFA-F3FF-0F4F-E1DDA011577D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66F66C2F-F888-1234-5C7F-3F49C3BE94E0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888B62FD-7A01-6C0A-C086-FE8AC6849B46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A3F39A6B-E813-30CF-0473-9E74FE71BF74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9F19013-E5F7-7105-7F54-7A4D62CD210B}"/>
              </a:ext>
            </a:extLst>
          </p:cNvPr>
          <p:cNvGrpSpPr/>
          <p:nvPr/>
        </p:nvGrpSpPr>
        <p:grpSpPr>
          <a:xfrm>
            <a:off x="9507109" y="3087392"/>
            <a:ext cx="3082412" cy="3232647"/>
            <a:chOff x="-993059" y="4741313"/>
            <a:chExt cx="3082412" cy="3232647"/>
          </a:xfrm>
        </p:grpSpPr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E5D4F7A7-4DEF-1BFE-9963-3B4009CABFD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01C19721-6D8B-6269-F9F8-361FA509CBAE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0F206A59-5AE0-40BA-A930-880BCC03CACD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D387F531-9DFC-889F-B1EC-1E55296801D5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" name="Hexagon 44">
              <a:extLst>
                <a:ext uri="{FF2B5EF4-FFF2-40B4-BE49-F238E27FC236}">
                  <a16:creationId xmlns:a16="http://schemas.microsoft.com/office/drawing/2014/main" id="{E5014EB2-93C3-CE16-F7F6-B330FA759FF6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C621DB68-F660-2924-22CB-9C8E768FB536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03B8083B-A8D7-0401-0BEC-6FFE7113DE61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A3C4B18-466A-5D03-3D8A-F48FD98E0C02}"/>
              </a:ext>
            </a:extLst>
          </p:cNvPr>
          <p:cNvGrpSpPr/>
          <p:nvPr/>
        </p:nvGrpSpPr>
        <p:grpSpPr>
          <a:xfrm>
            <a:off x="10556803" y="194902"/>
            <a:ext cx="2072148" cy="3232647"/>
            <a:chOff x="-993059" y="4741313"/>
            <a:chExt cx="2072148" cy="3232647"/>
          </a:xfrm>
        </p:grpSpPr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0D40710A-5FAA-9A04-1146-38BBEE13B922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DE4665C2-E039-0E4A-9EF4-FB62996C439E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D91CC5CF-E09B-9AD9-9622-2DCD605E9C1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5" name="Hexagon 54">
              <a:extLst>
                <a:ext uri="{FF2B5EF4-FFF2-40B4-BE49-F238E27FC236}">
                  <a16:creationId xmlns:a16="http://schemas.microsoft.com/office/drawing/2014/main" id="{D0CFEE5D-2F35-EB21-7A89-2D47DEDA1165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67BE91C1-C739-7624-A4D2-51A1AE4DA691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AB023AB-681B-3895-A6D2-141883F4AF89}"/>
              </a:ext>
            </a:extLst>
          </p:cNvPr>
          <p:cNvGrpSpPr/>
          <p:nvPr/>
        </p:nvGrpSpPr>
        <p:grpSpPr>
          <a:xfrm>
            <a:off x="-788771" y="4449632"/>
            <a:ext cx="1061884" cy="2121621"/>
            <a:chOff x="1027469" y="5326002"/>
            <a:chExt cx="1061884" cy="2121621"/>
          </a:xfrm>
        </p:grpSpPr>
        <p:sp>
          <p:nvSpPr>
            <p:cNvPr id="61" name="Hexagon 60">
              <a:extLst>
                <a:ext uri="{FF2B5EF4-FFF2-40B4-BE49-F238E27FC236}">
                  <a16:creationId xmlns:a16="http://schemas.microsoft.com/office/drawing/2014/main" id="{D349947F-0B31-2905-3744-D1AC80D021C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Hexagon 61">
              <a:extLst>
                <a:ext uri="{FF2B5EF4-FFF2-40B4-BE49-F238E27FC236}">
                  <a16:creationId xmlns:a16="http://schemas.microsoft.com/office/drawing/2014/main" id="{FDA32D52-C94C-E024-8B91-D0B2251A8AEE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2" name="Hexagon 71">
            <a:extLst>
              <a:ext uri="{FF2B5EF4-FFF2-40B4-BE49-F238E27FC236}">
                <a16:creationId xmlns:a16="http://schemas.microsoft.com/office/drawing/2014/main" id="{1D50B12C-A63A-F07A-13B9-BBD9EA354780}"/>
              </a:ext>
            </a:extLst>
          </p:cNvPr>
          <p:cNvSpPr/>
          <p:nvPr/>
        </p:nvSpPr>
        <p:spPr>
          <a:xfrm>
            <a:off x="166513" y="6322004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C0FBBDA-AD55-6F77-FA25-10F0000910B9}"/>
              </a:ext>
            </a:extLst>
          </p:cNvPr>
          <p:cNvGrpSpPr/>
          <p:nvPr/>
        </p:nvGrpSpPr>
        <p:grpSpPr>
          <a:xfrm>
            <a:off x="8402987" y="5855473"/>
            <a:ext cx="3082411" cy="1581597"/>
            <a:chOff x="-993059" y="4741313"/>
            <a:chExt cx="3082411" cy="1581597"/>
          </a:xfrm>
        </p:grpSpPr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3BC41EA0-4859-B6A0-C2CA-4AEFE510E4A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ln>
                  <a:solidFill>
                    <a:prstClr val="black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8748387A-C2E9-D842-528E-0634CCF18D8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EB3B2ADC-218C-C66F-7C0A-AB8456DB276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6" name="Hexagon 85">
            <a:extLst>
              <a:ext uri="{FF2B5EF4-FFF2-40B4-BE49-F238E27FC236}">
                <a16:creationId xmlns:a16="http://schemas.microsoft.com/office/drawing/2014/main" id="{0E2A6C12-73A3-FA3B-70F3-5EF6DFAD0815}"/>
              </a:ext>
            </a:extLst>
          </p:cNvPr>
          <p:cNvSpPr/>
          <p:nvPr/>
        </p:nvSpPr>
        <p:spPr>
          <a:xfrm>
            <a:off x="11478428" y="5908971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8" name="Hexagon 87">
            <a:extLst>
              <a:ext uri="{FF2B5EF4-FFF2-40B4-BE49-F238E27FC236}">
                <a16:creationId xmlns:a16="http://schemas.microsoft.com/office/drawing/2014/main" id="{AEB7374A-5B5B-3279-E320-D45F72EF888F}"/>
              </a:ext>
            </a:extLst>
          </p:cNvPr>
          <p:cNvSpPr/>
          <p:nvPr/>
        </p:nvSpPr>
        <p:spPr>
          <a:xfrm>
            <a:off x="6424346" y="6523236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Hexagon 89">
            <a:extLst>
              <a:ext uri="{FF2B5EF4-FFF2-40B4-BE49-F238E27FC236}">
                <a16:creationId xmlns:a16="http://schemas.microsoft.com/office/drawing/2014/main" id="{84F99709-D664-3302-BA97-444320F327EE}"/>
              </a:ext>
            </a:extLst>
          </p:cNvPr>
          <p:cNvSpPr/>
          <p:nvPr/>
        </p:nvSpPr>
        <p:spPr>
          <a:xfrm>
            <a:off x="2248897" y="6383277"/>
            <a:ext cx="1061883" cy="952243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CEF808BC-C807-A513-4BCC-A707D58097C6}"/>
              </a:ext>
            </a:extLst>
          </p:cNvPr>
          <p:cNvSpPr/>
          <p:nvPr/>
        </p:nvSpPr>
        <p:spPr>
          <a:xfrm>
            <a:off x="-1168700" y="-5840408"/>
            <a:ext cx="14326902" cy="10547220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4F412843-5F11-4FDD-1CC3-27268456F741}"/>
              </a:ext>
            </a:extLst>
          </p:cNvPr>
          <p:cNvSpPr/>
          <p:nvPr/>
        </p:nvSpPr>
        <p:spPr>
          <a:xfrm>
            <a:off x="-659107" y="-5436079"/>
            <a:ext cx="13129474" cy="9520854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tx1">
                <a:lumMod val="65000"/>
                <a:lumOff val="3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2455A-42B3-12DB-671D-8BEA41E560D5}"/>
              </a:ext>
            </a:extLst>
          </p:cNvPr>
          <p:cNvSpPr txBox="1"/>
          <p:nvPr/>
        </p:nvSpPr>
        <p:spPr>
          <a:xfrm>
            <a:off x="-2308908" y="203321"/>
            <a:ext cx="1642788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0" indent="-685800" algn="ctr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Започването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с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макета</a:t>
            </a:r>
          </a:p>
          <a:p>
            <a:pPr marL="685800" indent="-685800" algn="ctr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Големите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части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PT Mono"/>
              </a:rPr>
              <a:t>на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 hardware-a</a:t>
            </a:r>
          </a:p>
          <a:p>
            <a:pPr marL="685800" indent="-685800" algn="ctr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Украсяване</a:t>
            </a:r>
            <a:r>
              <a:rPr lang="en-US" sz="4800" dirty="0">
                <a:solidFill>
                  <a:srgbClr val="FFFFFF"/>
                </a:solidFill>
                <a:latin typeface="PT Mono"/>
              </a:rPr>
              <a:t> </a:t>
            </a:r>
          </a:p>
          <a:p>
            <a:pPr marL="685800" indent="-685800" algn="ctr">
              <a:buFont typeface="Arial"/>
              <a:buChar char="•"/>
            </a:pPr>
            <a:r>
              <a:rPr lang="en-US" sz="4800" err="1">
                <a:solidFill>
                  <a:srgbClr val="FFFFFF"/>
                </a:solidFill>
                <a:latin typeface="PT Mono"/>
              </a:rPr>
              <a:t>Презентация</a:t>
            </a:r>
            <a:endParaRPr lang="en-US" sz="4800" dirty="0" err="1">
              <a:solidFill>
                <a:srgbClr val="FFFFFF"/>
              </a:solidFill>
              <a:latin typeface="PT Mono"/>
            </a:endParaRPr>
          </a:p>
          <a:p>
            <a:pPr marL="685800" indent="-685800" algn="ctr">
              <a:buFont typeface="Arial"/>
              <a:buChar char="•"/>
            </a:pPr>
            <a:r>
              <a:rPr lang="en-US" sz="4800" dirty="0" err="1">
                <a:solidFill>
                  <a:srgbClr val="FFFFFF"/>
                </a:solidFill>
                <a:latin typeface="PT Mono"/>
              </a:rPr>
              <a:t>Детайли</a:t>
            </a:r>
            <a:endParaRPr lang="en-US" sz="4800">
              <a:solidFill>
                <a:srgbClr val="FFFFFF"/>
              </a:solidFill>
              <a:latin typeface="PT Mono"/>
            </a:endParaRPr>
          </a:p>
        </p:txBody>
      </p:sp>
      <p:pic>
        <p:nvPicPr>
          <p:cNvPr id="10" name="Picture 9" descr="A cartoon of a beaver&#10;&#10;AI-generated content may be incorrect.">
            <a:extLst>
              <a:ext uri="{FF2B5EF4-FFF2-40B4-BE49-F238E27FC236}">
                <a16:creationId xmlns:a16="http://schemas.microsoft.com/office/drawing/2014/main" id="{3A0B4FA4-DA9D-0C2B-AA26-56E0025F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75" y="4708940"/>
            <a:ext cx="2794869" cy="2283520"/>
          </a:xfrm>
          <a:prstGeom prst="rect">
            <a:avLst/>
          </a:prstGeom>
        </p:spPr>
      </p:pic>
      <p:pic>
        <p:nvPicPr>
          <p:cNvPr id="13" name="Picture 12" descr="An orange cartoon animal&#10;&#10;AI-generated content may be incorrect.">
            <a:extLst>
              <a:ext uri="{FF2B5EF4-FFF2-40B4-BE49-F238E27FC236}">
                <a16:creationId xmlns:a16="http://schemas.microsoft.com/office/drawing/2014/main" id="{A6DD3E7B-1A6D-CF53-36B3-FB272BB24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216" y="3931804"/>
            <a:ext cx="6122226" cy="396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95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2">
            <a:extLst>
              <a:ext uri="{FF2B5EF4-FFF2-40B4-BE49-F238E27FC236}">
                <a16:creationId xmlns:a16="http://schemas.microsoft.com/office/drawing/2014/main" id="{BF9B468D-3E7D-FE3B-55D8-B50A160A52BF}"/>
              </a:ext>
            </a:extLst>
          </p:cNvPr>
          <p:cNvSpPr/>
          <p:nvPr/>
        </p:nvSpPr>
        <p:spPr>
          <a:xfrm>
            <a:off x="1248412" y="2040"/>
            <a:ext cx="2212658" cy="1885304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E4048C75-8250-EBBA-E7BA-13686C4592F7}"/>
              </a:ext>
            </a:extLst>
          </p:cNvPr>
          <p:cNvSpPr/>
          <p:nvPr/>
        </p:nvSpPr>
        <p:spPr>
          <a:xfrm>
            <a:off x="1248412" y="1891489"/>
            <a:ext cx="2212658" cy="1885304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0473818-FE5F-9D3F-8E6D-740D31DF840D}"/>
              </a:ext>
            </a:extLst>
          </p:cNvPr>
          <p:cNvSpPr/>
          <p:nvPr/>
        </p:nvSpPr>
        <p:spPr>
          <a:xfrm>
            <a:off x="-469976" y="942877"/>
            <a:ext cx="2212658" cy="1885304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CF54E9C-9631-50F7-EBBF-C4EA5CB01F10}"/>
              </a:ext>
            </a:extLst>
          </p:cNvPr>
          <p:cNvSpPr/>
          <p:nvPr/>
        </p:nvSpPr>
        <p:spPr>
          <a:xfrm>
            <a:off x="-469976" y="-938797"/>
            <a:ext cx="2212658" cy="1885304"/>
          </a:xfrm>
          <a:prstGeom prst="hexagon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CED7835-5404-556C-1517-2859A35D055B}"/>
              </a:ext>
            </a:extLst>
          </p:cNvPr>
          <p:cNvSpPr/>
          <p:nvPr/>
        </p:nvSpPr>
        <p:spPr>
          <a:xfrm>
            <a:off x="-469976" y="2832326"/>
            <a:ext cx="2212658" cy="1885304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6286B29E-9D7F-22C8-E762-183F9C6CC36D}"/>
              </a:ext>
            </a:extLst>
          </p:cNvPr>
          <p:cNvSpPr/>
          <p:nvPr/>
        </p:nvSpPr>
        <p:spPr>
          <a:xfrm>
            <a:off x="1248412" y="3780938"/>
            <a:ext cx="2212658" cy="1885304"/>
          </a:xfrm>
          <a:prstGeom prst="hexagon">
            <a:avLst/>
          </a:prstGeom>
          <a:solidFill>
            <a:schemeClr val="bg2">
              <a:lumMod val="1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3AF9AFA1-57F0-9932-090A-52D65091A2EE}"/>
              </a:ext>
            </a:extLst>
          </p:cNvPr>
          <p:cNvSpPr/>
          <p:nvPr/>
        </p:nvSpPr>
        <p:spPr>
          <a:xfrm>
            <a:off x="-469976" y="4729550"/>
            <a:ext cx="2212658" cy="1885304"/>
          </a:xfrm>
          <a:prstGeom prst="hexagon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0551F59F-0642-C5F6-3E02-BC8809A8F848}"/>
              </a:ext>
            </a:extLst>
          </p:cNvPr>
          <p:cNvSpPr/>
          <p:nvPr/>
        </p:nvSpPr>
        <p:spPr>
          <a:xfrm>
            <a:off x="1248412" y="5670387"/>
            <a:ext cx="2212658" cy="1885304"/>
          </a:xfrm>
          <a:prstGeom prst="hexagon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A78A2B86-A584-42E7-D64B-35F42786BC69}"/>
              </a:ext>
            </a:extLst>
          </p:cNvPr>
          <p:cNvSpPr/>
          <p:nvPr/>
        </p:nvSpPr>
        <p:spPr>
          <a:xfrm>
            <a:off x="-469976" y="6618999"/>
            <a:ext cx="2212658" cy="1885304"/>
          </a:xfrm>
          <a:prstGeom prst="hexagon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837EAE2F-25B9-82C8-050D-A2C76BE29806}"/>
              </a:ext>
            </a:extLst>
          </p:cNvPr>
          <p:cNvSpPr/>
          <p:nvPr/>
        </p:nvSpPr>
        <p:spPr>
          <a:xfrm>
            <a:off x="2889044" y="-962124"/>
            <a:ext cx="2212658" cy="1885304"/>
          </a:xfrm>
          <a:prstGeom prst="hexagon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5B471FD4-2A80-2B99-0F99-3423B0D423F3}"/>
              </a:ext>
            </a:extLst>
          </p:cNvPr>
          <p:cNvSpPr/>
          <p:nvPr/>
        </p:nvSpPr>
        <p:spPr>
          <a:xfrm>
            <a:off x="9443799" y="-962124"/>
            <a:ext cx="2212658" cy="1885304"/>
          </a:xfrm>
          <a:prstGeom prst="hexagon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DD3E71E7-D101-F27E-3F7F-5A425C404036}"/>
              </a:ext>
            </a:extLst>
          </p:cNvPr>
          <p:cNvSpPr/>
          <p:nvPr/>
        </p:nvSpPr>
        <p:spPr>
          <a:xfrm>
            <a:off x="9443799" y="927325"/>
            <a:ext cx="2212658" cy="1885304"/>
          </a:xfrm>
          <a:prstGeom prst="hexago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766267D8-6566-B65D-3F77-3F527ACC409E}"/>
              </a:ext>
            </a:extLst>
          </p:cNvPr>
          <p:cNvSpPr/>
          <p:nvPr/>
        </p:nvSpPr>
        <p:spPr>
          <a:xfrm>
            <a:off x="9443799" y="2816774"/>
            <a:ext cx="2212658" cy="1885304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47DA031F-3EA6-DB18-DE12-B5C6F1437F91}"/>
              </a:ext>
            </a:extLst>
          </p:cNvPr>
          <p:cNvSpPr/>
          <p:nvPr/>
        </p:nvSpPr>
        <p:spPr>
          <a:xfrm>
            <a:off x="9443800" y="4706224"/>
            <a:ext cx="2212658" cy="1885304"/>
          </a:xfrm>
          <a:prstGeom prst="hexagon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F9120-4020-E17A-9997-CD3EA867625A}"/>
              </a:ext>
            </a:extLst>
          </p:cNvPr>
          <p:cNvSpPr/>
          <p:nvPr/>
        </p:nvSpPr>
        <p:spPr>
          <a:xfrm>
            <a:off x="7702085" y="5678162"/>
            <a:ext cx="2212658" cy="1885304"/>
          </a:xfrm>
          <a:prstGeom prst="hexagon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861D6B98-2B9E-1A72-3915-7A57FC300958}"/>
              </a:ext>
            </a:extLst>
          </p:cNvPr>
          <p:cNvSpPr/>
          <p:nvPr/>
        </p:nvSpPr>
        <p:spPr>
          <a:xfrm>
            <a:off x="9443800" y="6595673"/>
            <a:ext cx="2212658" cy="1885304"/>
          </a:xfrm>
          <a:prstGeom prst="hexagon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659FAF2B-460E-6BC6-1872-C5ECECC512C1}"/>
              </a:ext>
            </a:extLst>
          </p:cNvPr>
          <p:cNvSpPr/>
          <p:nvPr/>
        </p:nvSpPr>
        <p:spPr>
          <a:xfrm>
            <a:off x="11084432" y="-21287"/>
            <a:ext cx="2212658" cy="1885304"/>
          </a:xfrm>
          <a:prstGeom prst="hexagon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0AC288B2-0E46-B47F-258E-10E80CD828E7}"/>
              </a:ext>
            </a:extLst>
          </p:cNvPr>
          <p:cNvSpPr/>
          <p:nvPr/>
        </p:nvSpPr>
        <p:spPr>
          <a:xfrm>
            <a:off x="11084432" y="1891489"/>
            <a:ext cx="2212658" cy="1885304"/>
          </a:xfrm>
          <a:prstGeom prst="hexagon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3E4661E0-61B3-4173-1BA4-8CD9A7AB825F}"/>
              </a:ext>
            </a:extLst>
          </p:cNvPr>
          <p:cNvSpPr/>
          <p:nvPr/>
        </p:nvSpPr>
        <p:spPr>
          <a:xfrm>
            <a:off x="11084432" y="3788713"/>
            <a:ext cx="2212658" cy="1885304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20938820-855B-7743-3FAF-D09AA50A2990}"/>
              </a:ext>
            </a:extLst>
          </p:cNvPr>
          <p:cNvSpPr/>
          <p:nvPr/>
        </p:nvSpPr>
        <p:spPr>
          <a:xfrm>
            <a:off x="11084432" y="5654836"/>
            <a:ext cx="2212658" cy="1885304"/>
          </a:xfrm>
          <a:prstGeom prst="hexagon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n>
                <a:solidFill>
                  <a:prstClr val="black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CD6FDFAC-0C82-A77E-5EA7-5B7CC6E06E5B}"/>
              </a:ext>
            </a:extLst>
          </p:cNvPr>
          <p:cNvSpPr/>
          <p:nvPr/>
        </p:nvSpPr>
        <p:spPr>
          <a:xfrm>
            <a:off x="1480294" y="3896"/>
            <a:ext cx="9743666" cy="6864798"/>
          </a:xfrm>
          <a:prstGeom prst="hexagon">
            <a:avLst/>
          </a:prstGeom>
          <a:gradFill>
            <a:gsLst>
              <a:gs pos="25000">
                <a:schemeClr val="bg2">
                  <a:lumMod val="90000"/>
                </a:schemeClr>
              </a:gs>
              <a:gs pos="66000">
                <a:schemeClr val="bg2">
                  <a:lumMod val="50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 b="1" dirty="0">
              <a:ln>
                <a:solidFill>
                  <a:prstClr val="black"/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9E7880-76A5-8544-7AC6-7E8A7349615D}"/>
              </a:ext>
            </a:extLst>
          </p:cNvPr>
          <p:cNvSpPr txBox="1"/>
          <p:nvPr/>
        </p:nvSpPr>
        <p:spPr>
          <a:xfrm>
            <a:off x="3967365" y="259398"/>
            <a:ext cx="46347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err="1"/>
              <a:t>Мненинието</a:t>
            </a:r>
            <a:r>
              <a:rPr lang="en-US" sz="4000" b="1" dirty="0"/>
              <a:t> </a:t>
            </a:r>
            <a:r>
              <a:rPr lang="en-US" sz="4000" b="1" err="1"/>
              <a:t>на</a:t>
            </a:r>
            <a:r>
              <a:rPr lang="en-US" sz="4000" b="1" dirty="0"/>
              <a:t> </a:t>
            </a:r>
            <a:r>
              <a:rPr lang="en-US" sz="4000" b="1" err="1"/>
              <a:t>отбора</a:t>
            </a:r>
            <a:r>
              <a:rPr lang="en-US" sz="4000" b="1" dirty="0"/>
              <a:t> </a:t>
            </a:r>
            <a:r>
              <a:rPr lang="en-US" sz="4000" b="1" err="1"/>
              <a:t>за</a:t>
            </a:r>
            <a:r>
              <a:rPr lang="en-US" sz="4000" b="1" dirty="0"/>
              <a:t> </a:t>
            </a:r>
            <a:r>
              <a:rPr lang="en-US" sz="4000" b="1" err="1"/>
              <a:t>хакатона</a:t>
            </a:r>
            <a:endParaRPr lang="en-US"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E5AF4-A8BD-A5AE-977B-0AD5896546C8}"/>
              </a:ext>
            </a:extLst>
          </p:cNvPr>
          <p:cNvSpPr txBox="1"/>
          <p:nvPr/>
        </p:nvSpPr>
        <p:spPr>
          <a:xfrm>
            <a:off x="3681472" y="3254271"/>
            <a:ext cx="5578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9750C8-8045-03DC-2F17-B28ABDD0835A}"/>
              </a:ext>
            </a:extLst>
          </p:cNvPr>
          <p:cNvSpPr txBox="1"/>
          <p:nvPr/>
        </p:nvSpPr>
        <p:spPr>
          <a:xfrm>
            <a:off x="2888798" y="2357863"/>
            <a:ext cx="678284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 err="1"/>
              <a:t>Нашият</a:t>
            </a:r>
            <a:r>
              <a:rPr lang="en-US" sz="2800" b="1" dirty="0"/>
              <a:t> </a:t>
            </a:r>
            <a:r>
              <a:rPr lang="en-US" sz="2800" b="1" dirty="0" err="1"/>
              <a:t>отбор</a:t>
            </a:r>
            <a:r>
              <a:rPr lang="en-US" sz="2800" b="1" dirty="0"/>
              <a:t> </a:t>
            </a:r>
            <a:r>
              <a:rPr lang="en-US" sz="2800" b="1" dirty="0" err="1"/>
              <a:t>се</a:t>
            </a:r>
            <a:r>
              <a:rPr lang="en-US" sz="2800" b="1" dirty="0"/>
              <a:t> </a:t>
            </a:r>
            <a:r>
              <a:rPr lang="en-US" sz="2800" b="1" dirty="0" err="1"/>
              <a:t>казваше</a:t>
            </a:r>
            <a:r>
              <a:rPr lang="en-US" sz="2800" b="1" dirty="0"/>
              <a:t> "</a:t>
            </a:r>
            <a:r>
              <a:rPr lang="en-US" sz="2800" b="1" dirty="0" err="1"/>
              <a:t>Breadborders</a:t>
            </a:r>
            <a:r>
              <a:rPr lang="en-US" sz="2800" b="1" dirty="0"/>
              <a:t>"! </a:t>
            </a:r>
            <a:r>
              <a:rPr lang="en-US" sz="2800" b="1" dirty="0" err="1"/>
              <a:t>Ментор</a:t>
            </a:r>
            <a:r>
              <a:rPr lang="en-US" sz="2800" b="1" dirty="0"/>
              <a:t> </a:t>
            </a:r>
            <a:r>
              <a:rPr lang="en-US" sz="2800" b="1" dirty="0" err="1"/>
              <a:t>ни</a:t>
            </a:r>
            <a:r>
              <a:rPr lang="en-US" sz="2800" b="1" dirty="0"/>
              <a:t> </a:t>
            </a:r>
            <a:r>
              <a:rPr lang="en-US" sz="2800" b="1" dirty="0" err="1"/>
              <a:t>беше</a:t>
            </a:r>
            <a:r>
              <a:rPr lang="en-US" sz="2800" b="1" dirty="0"/>
              <a:t> </a:t>
            </a:r>
            <a:r>
              <a:rPr lang="en-US" sz="2800" b="1" dirty="0" err="1"/>
              <a:t>Мартин</a:t>
            </a:r>
            <a:r>
              <a:rPr lang="en-US" sz="2800" b="1" dirty="0"/>
              <a:t> </a:t>
            </a:r>
            <a:r>
              <a:rPr lang="en-US" sz="2800" b="1" dirty="0" err="1"/>
              <a:t>Дацев</a:t>
            </a:r>
            <a:r>
              <a:rPr lang="en-US" sz="2800" b="1" dirty="0"/>
              <a:t>, </a:t>
            </a:r>
            <a:r>
              <a:rPr lang="en-US" sz="2800" b="1" dirty="0" err="1"/>
              <a:t>който</a:t>
            </a:r>
            <a:r>
              <a:rPr lang="en-US" sz="2800" b="1" dirty="0"/>
              <a:t> </a:t>
            </a:r>
            <a:r>
              <a:rPr lang="en-US" sz="2800" b="1" dirty="0" err="1"/>
              <a:t>ни</a:t>
            </a:r>
            <a:r>
              <a:rPr lang="en-US" sz="2800" b="1" dirty="0"/>
              <a:t> </a:t>
            </a:r>
            <a:r>
              <a:rPr lang="en-US" sz="2800" b="1" dirty="0" err="1"/>
              <a:t>обясни</a:t>
            </a:r>
            <a:r>
              <a:rPr lang="en-US" sz="2800" b="1" dirty="0"/>
              <a:t> </a:t>
            </a:r>
            <a:r>
              <a:rPr lang="en-US" sz="2800" b="1" dirty="0" err="1"/>
              <a:t>множество</a:t>
            </a:r>
            <a:r>
              <a:rPr lang="en-US" sz="2800" b="1" dirty="0"/>
              <a:t> </a:t>
            </a:r>
            <a:r>
              <a:rPr lang="en-US" sz="2800" b="1" dirty="0" err="1"/>
              <a:t>важни</a:t>
            </a:r>
            <a:r>
              <a:rPr lang="en-US" sz="2800" b="1" dirty="0"/>
              <a:t> </a:t>
            </a:r>
            <a:r>
              <a:rPr lang="en-US" sz="2800" b="1" dirty="0" err="1"/>
              <a:t>правила</a:t>
            </a:r>
            <a:r>
              <a:rPr lang="en-US" sz="2800" b="1" dirty="0"/>
              <a:t>. </a:t>
            </a:r>
          </a:p>
          <a:p>
            <a:pPr algn="ctr"/>
            <a:r>
              <a:rPr lang="en-US" sz="2800" b="1" dirty="0" err="1"/>
              <a:t>Това</a:t>
            </a:r>
            <a:r>
              <a:rPr lang="en-US" sz="2800" b="1" dirty="0"/>
              <a:t> </a:t>
            </a:r>
            <a:r>
              <a:rPr lang="en-US" sz="2800" b="1" dirty="0" err="1"/>
              <a:t>ни</a:t>
            </a:r>
            <a:r>
              <a:rPr lang="en-US" sz="2800" b="1" dirty="0"/>
              <a:t> </a:t>
            </a:r>
            <a:r>
              <a:rPr lang="en-US" sz="2800" b="1" dirty="0" err="1"/>
              <a:t>беше</a:t>
            </a:r>
            <a:r>
              <a:rPr lang="en-US" sz="2800" b="1" dirty="0"/>
              <a:t> </a:t>
            </a:r>
            <a:r>
              <a:rPr lang="en-US" sz="2800" b="1" dirty="0" err="1"/>
              <a:t>първият</a:t>
            </a:r>
            <a:r>
              <a:rPr lang="en-US" sz="2800" b="1" dirty="0"/>
              <a:t> </a:t>
            </a:r>
            <a:r>
              <a:rPr lang="en-US" sz="2800" b="1" dirty="0" err="1"/>
              <a:t>хакатон</a:t>
            </a:r>
            <a:r>
              <a:rPr lang="en-US" sz="2800" b="1" dirty="0"/>
              <a:t> и </a:t>
            </a:r>
            <a:r>
              <a:rPr lang="en-US" sz="2800" b="1" dirty="0" err="1"/>
              <a:t>беше</a:t>
            </a:r>
            <a:r>
              <a:rPr lang="en-US" sz="2800" b="1" dirty="0"/>
              <a:t> </a:t>
            </a:r>
            <a:r>
              <a:rPr lang="en-US" sz="2800" b="1" dirty="0" err="1"/>
              <a:t>много</a:t>
            </a:r>
            <a:r>
              <a:rPr lang="en-US" sz="2800" b="1" dirty="0"/>
              <a:t> </a:t>
            </a:r>
            <a:r>
              <a:rPr lang="en-US" sz="2800" b="1" dirty="0" err="1"/>
              <a:t>приятен</a:t>
            </a:r>
            <a:r>
              <a:rPr lang="en-US" sz="2800" b="1" dirty="0"/>
              <a:t>! </a:t>
            </a:r>
            <a:r>
              <a:rPr lang="en-US" sz="2800" b="1" dirty="0" err="1"/>
              <a:t>Успяхме</a:t>
            </a:r>
            <a:r>
              <a:rPr lang="en-US" sz="2800" b="1" dirty="0"/>
              <a:t> </a:t>
            </a:r>
            <a:r>
              <a:rPr lang="en-US" sz="2800" b="1" dirty="0" err="1"/>
              <a:t>да</a:t>
            </a:r>
            <a:r>
              <a:rPr lang="en-US" sz="2800" b="1" dirty="0"/>
              <a:t> </a:t>
            </a:r>
            <a:r>
              <a:rPr lang="en-US" sz="2800" b="1" dirty="0" err="1"/>
              <a:t>се</a:t>
            </a:r>
            <a:r>
              <a:rPr lang="en-US" sz="2800" b="1" dirty="0"/>
              <a:t> </a:t>
            </a:r>
            <a:r>
              <a:rPr lang="en-US" sz="2800" b="1" dirty="0" err="1"/>
              <a:t>запознаем</a:t>
            </a:r>
            <a:r>
              <a:rPr lang="en-US" sz="2800" b="1" dirty="0"/>
              <a:t> с </a:t>
            </a:r>
            <a:r>
              <a:rPr lang="en-US" sz="2800" b="1" dirty="0" err="1"/>
              <a:t>други</a:t>
            </a:r>
            <a:r>
              <a:rPr lang="en-US" sz="2800" b="1" dirty="0"/>
              <a:t> </a:t>
            </a:r>
            <a:r>
              <a:rPr lang="en-US" sz="2800" b="1" dirty="0" err="1"/>
              <a:t>випуски</a:t>
            </a:r>
            <a:r>
              <a:rPr lang="en-US" sz="2800" b="1" dirty="0"/>
              <a:t>, </a:t>
            </a:r>
            <a:r>
              <a:rPr lang="en-US" sz="2800" b="1" dirty="0" err="1"/>
              <a:t>да</a:t>
            </a:r>
            <a:r>
              <a:rPr lang="en-US" sz="2800" b="1" dirty="0"/>
              <a:t> </a:t>
            </a:r>
            <a:r>
              <a:rPr lang="en-US" sz="2800" b="1" dirty="0" err="1"/>
              <a:t>работим</a:t>
            </a:r>
            <a:r>
              <a:rPr lang="en-US" sz="2800" b="1" dirty="0"/>
              <a:t> в </a:t>
            </a:r>
            <a:r>
              <a:rPr lang="en-US" sz="2800" b="1" dirty="0" err="1"/>
              <a:t>екип</a:t>
            </a:r>
            <a:r>
              <a:rPr lang="en-US" sz="2800" b="1" dirty="0"/>
              <a:t>, </a:t>
            </a:r>
            <a:r>
              <a:rPr lang="en-US" sz="2800" b="1" dirty="0" err="1"/>
              <a:t>да</a:t>
            </a:r>
            <a:r>
              <a:rPr lang="en-US" sz="2800" b="1" dirty="0"/>
              <a:t> </a:t>
            </a:r>
            <a:r>
              <a:rPr lang="en-US" sz="2800" b="1" dirty="0" err="1"/>
              <a:t>научим</a:t>
            </a:r>
            <a:r>
              <a:rPr lang="en-US" sz="2800" b="1" dirty="0"/>
              <a:t> </a:t>
            </a:r>
            <a:r>
              <a:rPr lang="en-US" sz="2800" b="1" dirty="0" err="1"/>
              <a:t>как</a:t>
            </a:r>
            <a:r>
              <a:rPr lang="en-US" sz="2800" b="1" dirty="0"/>
              <a:t> </a:t>
            </a:r>
            <a:r>
              <a:rPr lang="en-US" sz="2800" b="1" dirty="0" err="1"/>
              <a:t>се</a:t>
            </a:r>
            <a:r>
              <a:rPr lang="en-US" sz="2800" b="1" dirty="0"/>
              <a:t> </a:t>
            </a:r>
            <a:r>
              <a:rPr lang="en-US" sz="2800" b="1" dirty="0" err="1"/>
              <a:t>работи</a:t>
            </a:r>
            <a:r>
              <a:rPr lang="en-US" sz="2800" b="1" dirty="0"/>
              <a:t> с </a:t>
            </a:r>
            <a:r>
              <a:rPr lang="en-US" sz="2800" b="1" dirty="0" err="1"/>
              <a:t>различни</a:t>
            </a:r>
            <a:r>
              <a:rPr lang="en-US" sz="2800" b="1" dirty="0"/>
              <a:t> </a:t>
            </a:r>
            <a:r>
              <a:rPr lang="en-US" sz="2800" b="1" dirty="0" err="1"/>
              <a:t>технологии</a:t>
            </a:r>
            <a:r>
              <a:rPr lang="en-US" sz="2800" b="1" dirty="0"/>
              <a:t> и т.н.</a:t>
            </a:r>
          </a:p>
          <a:p>
            <a:endParaRPr lang="en-US" dirty="0"/>
          </a:p>
        </p:txBody>
      </p:sp>
      <p:pic>
        <p:nvPicPr>
          <p:cNvPr id="26" name="Picture 25" descr="A cartoon of a beaver&#10;&#10;AI-generated content may be incorrect.">
            <a:extLst>
              <a:ext uri="{FF2B5EF4-FFF2-40B4-BE49-F238E27FC236}">
                <a16:creationId xmlns:a16="http://schemas.microsoft.com/office/drawing/2014/main" id="{B57BCB9C-EEC1-0BEC-C755-1247D6998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879" y="3979428"/>
            <a:ext cx="3688654" cy="286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61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5349-1AEE-DA0A-D815-2545F831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3F455F3-BED6-41B0-431D-5CE47A5A2772}"/>
              </a:ext>
            </a:extLst>
          </p:cNvPr>
          <p:cNvGrpSpPr/>
          <p:nvPr/>
        </p:nvGrpSpPr>
        <p:grpSpPr>
          <a:xfrm>
            <a:off x="2093818" y="5925216"/>
            <a:ext cx="3082412" cy="3232647"/>
            <a:chOff x="-993059" y="4741313"/>
            <a:chExt cx="3082412" cy="3232647"/>
          </a:xfrm>
        </p:grpSpPr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7AF5AE6E-F1B9-F6A8-9251-0228520D204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C2A30EF9-EF74-14AB-F0FD-536265C7E86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6037A517-CAE6-CE95-A013-9D0F78E0B9C0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A5CD74EE-6429-1DF4-0482-8B09197C2FC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FDF98FB7-EA3D-7F40-464B-8E8F377FC7AB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D7CB9D8D-82E9-0D61-36D8-D98219E6A7BC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79197229-9A04-D5E1-F6BA-CF46743EB32B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549388-FFA9-E330-C9ED-F5011DC92FBD}"/>
              </a:ext>
            </a:extLst>
          </p:cNvPr>
          <p:cNvGrpSpPr/>
          <p:nvPr/>
        </p:nvGrpSpPr>
        <p:grpSpPr>
          <a:xfrm>
            <a:off x="-851996" y="4311472"/>
            <a:ext cx="3082412" cy="3232647"/>
            <a:chOff x="-993059" y="4741313"/>
            <a:chExt cx="3082412" cy="3232647"/>
          </a:xfrm>
        </p:grpSpPr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0E7843DF-B15C-1EC3-A90B-A5138D324DB2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Hexagon 30">
              <a:extLst>
                <a:ext uri="{FF2B5EF4-FFF2-40B4-BE49-F238E27FC236}">
                  <a16:creationId xmlns:a16="http://schemas.microsoft.com/office/drawing/2014/main" id="{C06D05E2-1C05-7728-FD55-960C394F584D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7E713DE8-FAB2-58D0-9E94-589DAD3D5409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0605CD2F-04BD-581A-53DC-279CBC0DCAC1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4A7F45B6-F0B3-545D-13C0-4E9680F4ED69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A443A673-B7D6-AB84-0589-4442CB566DCB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8B784E73-5A2C-E115-97CC-3FA04B25C037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8562BD-A1EA-61D2-829D-D4DBEB89BF9D}"/>
              </a:ext>
            </a:extLst>
          </p:cNvPr>
          <p:cNvGrpSpPr/>
          <p:nvPr/>
        </p:nvGrpSpPr>
        <p:grpSpPr>
          <a:xfrm>
            <a:off x="-1973048" y="1334829"/>
            <a:ext cx="3082412" cy="3232647"/>
            <a:chOff x="-993059" y="4741313"/>
            <a:chExt cx="3082412" cy="3232647"/>
          </a:xfrm>
        </p:grpSpPr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6D8A3547-2312-8ECE-5B13-AAC7B5998480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9EDA932F-9FE7-05BE-EC8E-7576937117D0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81A0C5FA-B514-7842-7CB4-D866F116913B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Hexagon 40">
              <a:extLst>
                <a:ext uri="{FF2B5EF4-FFF2-40B4-BE49-F238E27FC236}">
                  <a16:creationId xmlns:a16="http://schemas.microsoft.com/office/drawing/2014/main" id="{BC92368B-50E1-4738-A4C3-8642FECFE65F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Hexagon 41">
              <a:extLst>
                <a:ext uri="{FF2B5EF4-FFF2-40B4-BE49-F238E27FC236}">
                  <a16:creationId xmlns:a16="http://schemas.microsoft.com/office/drawing/2014/main" id="{EB13EDB1-FE89-1BBE-279D-CDE45504B4C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Hexagon 42">
              <a:extLst>
                <a:ext uri="{FF2B5EF4-FFF2-40B4-BE49-F238E27FC236}">
                  <a16:creationId xmlns:a16="http://schemas.microsoft.com/office/drawing/2014/main" id="{562F8FDE-31D4-DA63-7EE2-B5BD21BDC9C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9038536A-9719-6E03-C1F8-52704301CAF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8EFEAA-5F1C-7FBB-858A-CBF0222E9465}"/>
              </a:ext>
            </a:extLst>
          </p:cNvPr>
          <p:cNvGrpSpPr/>
          <p:nvPr/>
        </p:nvGrpSpPr>
        <p:grpSpPr>
          <a:xfrm>
            <a:off x="5126571" y="5337213"/>
            <a:ext cx="3082412" cy="3232647"/>
            <a:chOff x="-993059" y="4741313"/>
            <a:chExt cx="3082412" cy="3232647"/>
          </a:xfrm>
        </p:grpSpPr>
        <p:sp>
          <p:nvSpPr>
            <p:cNvPr id="54" name="Hexagon 53">
              <a:extLst>
                <a:ext uri="{FF2B5EF4-FFF2-40B4-BE49-F238E27FC236}">
                  <a16:creationId xmlns:a16="http://schemas.microsoft.com/office/drawing/2014/main" id="{E533F3CD-BB03-A07B-65B1-DCB0F7BD60A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5" name="Hexagon 54">
              <a:extLst>
                <a:ext uri="{FF2B5EF4-FFF2-40B4-BE49-F238E27FC236}">
                  <a16:creationId xmlns:a16="http://schemas.microsoft.com/office/drawing/2014/main" id="{85C0F6B6-3F06-8BF9-413D-8C907B9FF35C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Hexagon 55">
              <a:extLst>
                <a:ext uri="{FF2B5EF4-FFF2-40B4-BE49-F238E27FC236}">
                  <a16:creationId xmlns:a16="http://schemas.microsoft.com/office/drawing/2014/main" id="{4BC66024-B82E-2FD6-9D08-70DEABD787EC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Hexagon 56">
              <a:extLst>
                <a:ext uri="{FF2B5EF4-FFF2-40B4-BE49-F238E27FC236}">
                  <a16:creationId xmlns:a16="http://schemas.microsoft.com/office/drawing/2014/main" id="{E30D0D2F-EBD1-588F-E027-52DFC650CBA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Hexagon 57">
              <a:extLst>
                <a:ext uri="{FF2B5EF4-FFF2-40B4-BE49-F238E27FC236}">
                  <a16:creationId xmlns:a16="http://schemas.microsoft.com/office/drawing/2014/main" id="{22497356-7C95-380C-8E00-082DFE3306B2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A770B9B9-CB20-6594-9E91-5BE3EF8DA706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Hexagon 59">
              <a:extLst>
                <a:ext uri="{FF2B5EF4-FFF2-40B4-BE49-F238E27FC236}">
                  <a16:creationId xmlns:a16="http://schemas.microsoft.com/office/drawing/2014/main" id="{4B41FFEB-0C67-6033-1253-3EBB54F3E8D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DA11714-8E45-C7E2-6024-638D73FEE019}"/>
              </a:ext>
            </a:extLst>
          </p:cNvPr>
          <p:cNvGrpSpPr/>
          <p:nvPr/>
        </p:nvGrpSpPr>
        <p:grpSpPr>
          <a:xfrm>
            <a:off x="-971386" y="-1530264"/>
            <a:ext cx="3082412" cy="3232647"/>
            <a:chOff x="-993059" y="4741313"/>
            <a:chExt cx="3082412" cy="3232647"/>
          </a:xfrm>
        </p:grpSpPr>
        <p:sp>
          <p:nvSpPr>
            <p:cNvPr id="62" name="Hexagon 61">
              <a:extLst>
                <a:ext uri="{FF2B5EF4-FFF2-40B4-BE49-F238E27FC236}">
                  <a16:creationId xmlns:a16="http://schemas.microsoft.com/office/drawing/2014/main" id="{FFB3E044-CD28-7E12-4E05-7869C22A6C33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3" name="Hexagon 62">
              <a:extLst>
                <a:ext uri="{FF2B5EF4-FFF2-40B4-BE49-F238E27FC236}">
                  <a16:creationId xmlns:a16="http://schemas.microsoft.com/office/drawing/2014/main" id="{2EE628C0-00F0-C664-44C4-67709027990E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2CA949A6-051A-A1EB-94C4-9018F6DBFD91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Hexagon 64">
              <a:extLst>
                <a:ext uri="{FF2B5EF4-FFF2-40B4-BE49-F238E27FC236}">
                  <a16:creationId xmlns:a16="http://schemas.microsoft.com/office/drawing/2014/main" id="{500FE142-7C68-6ED1-EA55-AA1B00E27242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A9CF8246-299B-550F-3559-D94CBE22DF7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A86C8332-2684-2C87-206B-12725B4859B7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DCFFD6D5-1845-C029-DBC1-CB005FC8BF0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2EADC92-435C-9E76-3BB9-94D39F54A951}"/>
              </a:ext>
            </a:extLst>
          </p:cNvPr>
          <p:cNvGrpSpPr/>
          <p:nvPr/>
        </p:nvGrpSpPr>
        <p:grpSpPr>
          <a:xfrm>
            <a:off x="11177593" y="4183952"/>
            <a:ext cx="3082412" cy="3232647"/>
            <a:chOff x="-993059" y="4741313"/>
            <a:chExt cx="3082412" cy="3232647"/>
          </a:xfrm>
        </p:grpSpPr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D79D568E-FF9D-AEDE-4852-7CE755DCE910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3DB0FB63-F1F6-11D5-6797-EE62A25BDE0F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1498C5BB-BF55-4C6A-ECFB-97CDBC342E73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334D6B00-0525-2B75-4E35-F7687FD01EAF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C1B8B950-BFFE-7252-A783-FE29FFB5EF1F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592C31E9-42C3-1ED1-657D-1F5231EC56AA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CEAC89A6-7483-F21D-94D4-388567C78033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F2C0D83-EB1E-C601-7265-0B1DE5BAAD16}"/>
              </a:ext>
            </a:extLst>
          </p:cNvPr>
          <p:cNvGrpSpPr/>
          <p:nvPr/>
        </p:nvGrpSpPr>
        <p:grpSpPr>
          <a:xfrm>
            <a:off x="12153446" y="1317127"/>
            <a:ext cx="3082412" cy="3232647"/>
            <a:chOff x="-993059" y="4741313"/>
            <a:chExt cx="3082412" cy="3232647"/>
          </a:xfrm>
        </p:grpSpPr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14CE4265-10BC-1083-6BF1-AEF9ACA613B3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40BBA4D5-EB05-0D18-43E5-A14257E5A5A5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B55AC306-52E1-B83E-5149-5F82D8F9681B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F4595048-0C68-5544-BEFB-30DFF441F8D8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2BBA048E-4BF5-25DC-7023-2E6F3DABD39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0F4074D4-08A4-FA38-BA43-5AD59AFD361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2" name="Hexagon 91">
              <a:extLst>
                <a:ext uri="{FF2B5EF4-FFF2-40B4-BE49-F238E27FC236}">
                  <a16:creationId xmlns:a16="http://schemas.microsoft.com/office/drawing/2014/main" id="{E132310A-A793-1B0F-2F74-6FFA165D2D68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FE49CB4-EA68-2365-6949-085836B2CEB6}"/>
              </a:ext>
            </a:extLst>
          </p:cNvPr>
          <p:cNvGrpSpPr/>
          <p:nvPr/>
        </p:nvGrpSpPr>
        <p:grpSpPr>
          <a:xfrm>
            <a:off x="10124312" y="-1000392"/>
            <a:ext cx="3082412" cy="3232647"/>
            <a:chOff x="-993059" y="4741313"/>
            <a:chExt cx="3082412" cy="3232647"/>
          </a:xfrm>
        </p:grpSpPr>
        <p:sp>
          <p:nvSpPr>
            <p:cNvPr id="110" name="Hexagon 109">
              <a:extLst>
                <a:ext uri="{FF2B5EF4-FFF2-40B4-BE49-F238E27FC236}">
                  <a16:creationId xmlns:a16="http://schemas.microsoft.com/office/drawing/2014/main" id="{795398A2-406E-DCDF-E581-0C24FE763AC0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4605F5CB-0852-F238-1857-C62C190AA298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2" name="Hexagon 111">
              <a:extLst>
                <a:ext uri="{FF2B5EF4-FFF2-40B4-BE49-F238E27FC236}">
                  <a16:creationId xmlns:a16="http://schemas.microsoft.com/office/drawing/2014/main" id="{EA4490ED-4617-C936-22E4-CDDE900AA6EA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9A86D9B3-2255-DB10-6126-46872B646C24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4" name="Hexagon 113">
              <a:extLst>
                <a:ext uri="{FF2B5EF4-FFF2-40B4-BE49-F238E27FC236}">
                  <a16:creationId xmlns:a16="http://schemas.microsoft.com/office/drawing/2014/main" id="{A33ECDB6-77E4-C33E-CE24-F25D228287F0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A0F3FE4E-3EF1-409C-0860-A8AC7E8A0F79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399755D4-F0DF-0B03-8E1E-360969965664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54A5437-A046-205E-4157-C0046758CC69}"/>
              </a:ext>
            </a:extLst>
          </p:cNvPr>
          <p:cNvGrpSpPr/>
          <p:nvPr/>
        </p:nvGrpSpPr>
        <p:grpSpPr>
          <a:xfrm>
            <a:off x="14210346" y="3595949"/>
            <a:ext cx="3082412" cy="3232647"/>
            <a:chOff x="-993059" y="4741313"/>
            <a:chExt cx="3082412" cy="3232647"/>
          </a:xfrm>
        </p:grpSpPr>
        <p:sp>
          <p:nvSpPr>
            <p:cNvPr id="118" name="Hexagon 117">
              <a:extLst>
                <a:ext uri="{FF2B5EF4-FFF2-40B4-BE49-F238E27FC236}">
                  <a16:creationId xmlns:a16="http://schemas.microsoft.com/office/drawing/2014/main" id="{48EFD999-4917-FDE9-2795-A4F7D8FB5770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FBA3C453-8E7A-46B2-9BD8-61B878E60D83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99886EA7-FE07-B97C-707F-8EEF3732CC06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1DF3F5EF-2A25-C7C3-5660-CCBE56A1CF70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57B3F461-6F64-45B9-42C5-051F325201DB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8F930C00-8428-BB7A-1EF5-FF7F2D2EFD75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14A2BEBC-796C-BF0A-DE44-AF9EA7C5E991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885A147-2DAE-9E4E-0970-9360CF7B0E0E}"/>
              </a:ext>
            </a:extLst>
          </p:cNvPr>
          <p:cNvGrpSpPr/>
          <p:nvPr/>
        </p:nvGrpSpPr>
        <p:grpSpPr>
          <a:xfrm>
            <a:off x="8112389" y="-3271528"/>
            <a:ext cx="3082412" cy="3232647"/>
            <a:chOff x="-993059" y="4741313"/>
            <a:chExt cx="3082412" cy="3232647"/>
          </a:xfrm>
        </p:grpSpPr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BA4CA43B-8C98-0900-16B7-8A3D0C09A646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7" name="Hexagon 126">
              <a:extLst>
                <a:ext uri="{FF2B5EF4-FFF2-40B4-BE49-F238E27FC236}">
                  <a16:creationId xmlns:a16="http://schemas.microsoft.com/office/drawing/2014/main" id="{FB27F794-0FA8-3912-CC70-92418764B6D1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8" name="Hexagon 127">
              <a:extLst>
                <a:ext uri="{FF2B5EF4-FFF2-40B4-BE49-F238E27FC236}">
                  <a16:creationId xmlns:a16="http://schemas.microsoft.com/office/drawing/2014/main" id="{36C5A906-73A2-BEB1-47FF-32E845B829B8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9" name="Hexagon 128">
              <a:extLst>
                <a:ext uri="{FF2B5EF4-FFF2-40B4-BE49-F238E27FC236}">
                  <a16:creationId xmlns:a16="http://schemas.microsoft.com/office/drawing/2014/main" id="{FA6AA929-19D1-E3CD-E7B4-720B22E2B004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0" name="Hexagon 129">
              <a:extLst>
                <a:ext uri="{FF2B5EF4-FFF2-40B4-BE49-F238E27FC236}">
                  <a16:creationId xmlns:a16="http://schemas.microsoft.com/office/drawing/2014/main" id="{FC0019C9-1745-B3BE-52F8-CF67065E7ABE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ABB22B44-BE04-A20F-2981-CC42918822DF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9D28877E-094F-7AA6-D8A7-CB284BA42AEF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CF684EA-931B-491D-3222-9FAA03B21A74}"/>
              </a:ext>
            </a:extLst>
          </p:cNvPr>
          <p:cNvGrpSpPr/>
          <p:nvPr/>
        </p:nvGrpSpPr>
        <p:grpSpPr>
          <a:xfrm>
            <a:off x="8175306" y="4736268"/>
            <a:ext cx="3082412" cy="3232647"/>
            <a:chOff x="-993059" y="4741313"/>
            <a:chExt cx="3082412" cy="3232647"/>
          </a:xfrm>
        </p:grpSpPr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52900FFF-09AB-6781-D542-2A7B31C3A48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5" name="Hexagon 134">
              <a:extLst>
                <a:ext uri="{FF2B5EF4-FFF2-40B4-BE49-F238E27FC236}">
                  <a16:creationId xmlns:a16="http://schemas.microsoft.com/office/drawing/2014/main" id="{A7E4DAD6-3976-5AAD-B2FB-19695865CC2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6" name="Hexagon 135">
              <a:extLst>
                <a:ext uri="{FF2B5EF4-FFF2-40B4-BE49-F238E27FC236}">
                  <a16:creationId xmlns:a16="http://schemas.microsoft.com/office/drawing/2014/main" id="{5669E24C-3CEC-9B66-CFB9-9B5F1EBFFF07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7" name="Hexagon 136">
              <a:extLst>
                <a:ext uri="{FF2B5EF4-FFF2-40B4-BE49-F238E27FC236}">
                  <a16:creationId xmlns:a16="http://schemas.microsoft.com/office/drawing/2014/main" id="{FD5A4440-4930-38C4-1924-F58C855A499A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8" name="Hexagon 137">
              <a:extLst>
                <a:ext uri="{FF2B5EF4-FFF2-40B4-BE49-F238E27FC236}">
                  <a16:creationId xmlns:a16="http://schemas.microsoft.com/office/drawing/2014/main" id="{E7E2B0CC-8BCF-58E1-0E8D-1D737F38EA86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9" name="Hexagon 138">
              <a:extLst>
                <a:ext uri="{FF2B5EF4-FFF2-40B4-BE49-F238E27FC236}">
                  <a16:creationId xmlns:a16="http://schemas.microsoft.com/office/drawing/2014/main" id="{FE1514C3-2E06-CD10-DCDB-253C959FC454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0" name="Hexagon 139">
              <a:extLst>
                <a:ext uri="{FF2B5EF4-FFF2-40B4-BE49-F238E27FC236}">
                  <a16:creationId xmlns:a16="http://schemas.microsoft.com/office/drawing/2014/main" id="{CA7A3EB4-3990-0ECB-47D0-274DEB4276B4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E08A99A-60AE-FB41-0252-39D8A94A0847}"/>
              </a:ext>
            </a:extLst>
          </p:cNvPr>
          <p:cNvGrpSpPr/>
          <p:nvPr/>
        </p:nvGrpSpPr>
        <p:grpSpPr>
          <a:xfrm>
            <a:off x="2009505" y="-1973178"/>
            <a:ext cx="3082412" cy="3232647"/>
            <a:chOff x="-993059" y="4741313"/>
            <a:chExt cx="3082412" cy="3232647"/>
          </a:xfrm>
        </p:grpSpPr>
        <p:sp>
          <p:nvSpPr>
            <p:cNvPr id="150" name="Hexagon 149">
              <a:extLst>
                <a:ext uri="{FF2B5EF4-FFF2-40B4-BE49-F238E27FC236}">
                  <a16:creationId xmlns:a16="http://schemas.microsoft.com/office/drawing/2014/main" id="{9BCC2D95-0C72-6487-5EFF-775C38559DA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1" name="Hexagon 150">
              <a:extLst>
                <a:ext uri="{FF2B5EF4-FFF2-40B4-BE49-F238E27FC236}">
                  <a16:creationId xmlns:a16="http://schemas.microsoft.com/office/drawing/2014/main" id="{6680C7A4-3128-7D92-5CCA-C06918159D5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2" name="Hexagon 151">
              <a:extLst>
                <a:ext uri="{FF2B5EF4-FFF2-40B4-BE49-F238E27FC236}">
                  <a16:creationId xmlns:a16="http://schemas.microsoft.com/office/drawing/2014/main" id="{905AD502-2D32-DFF9-06F6-92C3513DEF8C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3" name="Hexagon 152">
              <a:extLst>
                <a:ext uri="{FF2B5EF4-FFF2-40B4-BE49-F238E27FC236}">
                  <a16:creationId xmlns:a16="http://schemas.microsoft.com/office/drawing/2014/main" id="{601CF094-C2BA-48E5-71C4-E59EBD528EA5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4" name="Hexagon 153">
              <a:extLst>
                <a:ext uri="{FF2B5EF4-FFF2-40B4-BE49-F238E27FC236}">
                  <a16:creationId xmlns:a16="http://schemas.microsoft.com/office/drawing/2014/main" id="{F1F9C3BE-511C-D4CF-D312-6F5C4438E785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5" name="Hexagon 154">
              <a:extLst>
                <a:ext uri="{FF2B5EF4-FFF2-40B4-BE49-F238E27FC236}">
                  <a16:creationId xmlns:a16="http://schemas.microsoft.com/office/drawing/2014/main" id="{3A5FE733-A8D7-EBDB-B10D-8B3F53D86177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6" name="Hexagon 155">
              <a:extLst>
                <a:ext uri="{FF2B5EF4-FFF2-40B4-BE49-F238E27FC236}">
                  <a16:creationId xmlns:a16="http://schemas.microsoft.com/office/drawing/2014/main" id="{D8496BFC-6D16-108B-BB70-325E887FB3CE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E5C5B9F-9943-217C-6C50-9692FB8EDB33}"/>
              </a:ext>
            </a:extLst>
          </p:cNvPr>
          <p:cNvGrpSpPr/>
          <p:nvPr/>
        </p:nvGrpSpPr>
        <p:grpSpPr>
          <a:xfrm>
            <a:off x="5042265" y="-2643738"/>
            <a:ext cx="3082412" cy="3232647"/>
            <a:chOff x="-993059" y="4741313"/>
            <a:chExt cx="3082412" cy="3232647"/>
          </a:xfrm>
        </p:grpSpPr>
        <p:sp>
          <p:nvSpPr>
            <p:cNvPr id="158" name="Hexagon 157">
              <a:extLst>
                <a:ext uri="{FF2B5EF4-FFF2-40B4-BE49-F238E27FC236}">
                  <a16:creationId xmlns:a16="http://schemas.microsoft.com/office/drawing/2014/main" id="{0C5F180A-A404-CE81-AC38-7FAA3F9C47AF}"/>
                </a:ext>
              </a:extLst>
            </p:cNvPr>
            <p:cNvSpPr/>
            <p:nvPr/>
          </p:nvSpPr>
          <p:spPr>
            <a:xfrm>
              <a:off x="0" y="590575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9" name="Hexagon 158">
              <a:extLst>
                <a:ext uri="{FF2B5EF4-FFF2-40B4-BE49-F238E27FC236}">
                  <a16:creationId xmlns:a16="http://schemas.microsoft.com/office/drawing/2014/main" id="{2B4730CA-62E9-18F9-9C13-B023C9CEC286}"/>
                </a:ext>
              </a:extLst>
            </p:cNvPr>
            <p:cNvSpPr/>
            <p:nvPr/>
          </p:nvSpPr>
          <p:spPr>
            <a:xfrm>
              <a:off x="1027469" y="5326002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0" name="Hexagon 159">
              <a:extLst>
                <a:ext uri="{FF2B5EF4-FFF2-40B4-BE49-F238E27FC236}">
                  <a16:creationId xmlns:a16="http://schemas.microsoft.com/office/drawing/2014/main" id="{EF8B51B7-367D-3AA2-D971-0FA208451D2C}"/>
                </a:ext>
              </a:extLst>
            </p:cNvPr>
            <p:cNvSpPr/>
            <p:nvPr/>
          </p:nvSpPr>
          <p:spPr>
            <a:xfrm>
              <a:off x="1027470" y="6495380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1" name="Hexagon 160">
              <a:extLst>
                <a:ext uri="{FF2B5EF4-FFF2-40B4-BE49-F238E27FC236}">
                  <a16:creationId xmlns:a16="http://schemas.microsoft.com/office/drawing/2014/main" id="{5D39EBCD-F94B-A188-A1DC-EE138F4BF633}"/>
                </a:ext>
              </a:extLst>
            </p:cNvPr>
            <p:cNvSpPr/>
            <p:nvPr/>
          </p:nvSpPr>
          <p:spPr>
            <a:xfrm>
              <a:off x="-2" y="4741313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2" name="Hexagon 161">
              <a:extLst>
                <a:ext uri="{FF2B5EF4-FFF2-40B4-BE49-F238E27FC236}">
                  <a16:creationId xmlns:a16="http://schemas.microsoft.com/office/drawing/2014/main" id="{FE3BD796-0B2B-4966-BC9C-E8AB891F7CE9}"/>
                </a:ext>
              </a:extLst>
            </p:cNvPr>
            <p:cNvSpPr/>
            <p:nvPr/>
          </p:nvSpPr>
          <p:spPr>
            <a:xfrm>
              <a:off x="-993059" y="537066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3" name="Hexagon 162">
              <a:extLst>
                <a:ext uri="{FF2B5EF4-FFF2-40B4-BE49-F238E27FC236}">
                  <a16:creationId xmlns:a16="http://schemas.microsoft.com/office/drawing/2014/main" id="{B18254C8-F991-E27B-340C-A37A4E3722E2}"/>
                </a:ext>
              </a:extLst>
            </p:cNvPr>
            <p:cNvSpPr/>
            <p:nvPr/>
          </p:nvSpPr>
          <p:spPr>
            <a:xfrm>
              <a:off x="-993059" y="6492178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4" name="Hexagon 163">
              <a:extLst>
                <a:ext uri="{FF2B5EF4-FFF2-40B4-BE49-F238E27FC236}">
                  <a16:creationId xmlns:a16="http://schemas.microsoft.com/office/drawing/2014/main" id="{D5B536E7-6587-08DA-0C30-16EA9EC93D62}"/>
                </a:ext>
              </a:extLst>
            </p:cNvPr>
            <p:cNvSpPr/>
            <p:nvPr/>
          </p:nvSpPr>
          <p:spPr>
            <a:xfrm>
              <a:off x="17206" y="7021717"/>
              <a:ext cx="1061883" cy="952243"/>
            </a:xfrm>
            <a:prstGeom prst="hexagon">
              <a:avLst/>
            </a:prstGeom>
            <a:gradFill>
              <a:gsLst>
                <a:gs pos="25000">
                  <a:schemeClr val="bg2">
                    <a:lumMod val="90000"/>
                  </a:schemeClr>
                </a:gs>
                <a:gs pos="66000">
                  <a:schemeClr val="bg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65" name="Title 1">
            <a:extLst>
              <a:ext uri="{FF2B5EF4-FFF2-40B4-BE49-F238E27FC236}">
                <a16:creationId xmlns:a16="http://schemas.microsoft.com/office/drawing/2014/main" id="{D4084E69-DFE6-93A4-AB3B-B2970839AF42}"/>
              </a:ext>
            </a:extLst>
          </p:cNvPr>
          <p:cNvSpPr txBox="1">
            <a:spLocks/>
          </p:cNvSpPr>
          <p:nvPr/>
        </p:nvSpPr>
        <p:spPr>
          <a:xfrm>
            <a:off x="1538914" y="1033109"/>
            <a:ext cx="9283211" cy="3803757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9600" b="1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Segoe UI Black"/>
                <a:ea typeface="Segoe UI Black"/>
              </a:rPr>
              <a:t>Благодарим за </a:t>
            </a:r>
            <a:r>
              <a:rPr lang="bg-BG" sz="9600" b="1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01600">
                    <a:schemeClr val="tx1">
                      <a:alpha val="60000"/>
                    </a:schemeClr>
                  </a:glow>
                </a:effectLst>
                <a:latin typeface="Segoe UI Black"/>
                <a:ea typeface="Segoe UI Black"/>
              </a:rPr>
              <a:t>вниманието!!!</a:t>
            </a:r>
            <a:endParaRPr lang="en-US" sz="9600" b="1" dirty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101600">
                  <a:schemeClr val="tx1">
                    <a:alpha val="60000"/>
                  </a:schemeClr>
                </a:glow>
              </a:effectLst>
              <a:latin typeface="Segoe UI Black"/>
              <a:ea typeface="Segoe UI Black"/>
            </a:endParaRPr>
          </a:p>
        </p:txBody>
      </p:sp>
      <p:pic>
        <p:nvPicPr>
          <p:cNvPr id="2" name="Picture 1" descr="Cartoon of a beaver using a computer&#10;&#10;AI-generated content may be incorrect.">
            <a:extLst>
              <a:ext uri="{FF2B5EF4-FFF2-40B4-BE49-F238E27FC236}">
                <a16:creationId xmlns:a16="http://schemas.microsoft.com/office/drawing/2014/main" id="{C55DB102-E156-0AD6-2EAD-700A5783B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02" y="3591513"/>
            <a:ext cx="5654066" cy="366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27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Smart Bin 5700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Yoana Ivanova</dc:creator>
  <cp:revision>856</cp:revision>
  <dcterms:created xsi:type="dcterms:W3CDTF">2026-03-26T22:19:37Z</dcterms:created>
  <dcterms:modified xsi:type="dcterms:W3CDTF">2026-03-28T02:34:20Z</dcterms:modified>
</cp:coreProperties>
</file>